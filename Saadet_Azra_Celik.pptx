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10" Type="http://schemas.openxmlformats.org/officeDocument/2006/relationships/image" Target="../media/image37.svg"/><Relationship Id="rId4" Type="http://schemas.openxmlformats.org/officeDocument/2006/relationships/image" Target="../media/image31.svg"/><Relationship Id="rId9" Type="http://schemas.openxmlformats.org/officeDocument/2006/relationships/image" Target="../media/image36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10" Type="http://schemas.openxmlformats.org/officeDocument/2006/relationships/image" Target="../media/image37.svg"/><Relationship Id="rId4" Type="http://schemas.openxmlformats.org/officeDocument/2006/relationships/image" Target="../media/image31.svg"/><Relationship Id="rId9" Type="http://schemas.openxmlformats.org/officeDocument/2006/relationships/image" Target="../media/image3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9EAEE93-911F-44D8-98D8-CD596164843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C677AB1-519F-4E1A-A622-B6BBE05FC07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•	Web tabanlı kentsel sorun bildirim sistemi</a:t>
          </a:r>
          <a:endParaRPr lang="en-US"/>
        </a:p>
      </dgm:t>
    </dgm:pt>
    <dgm:pt modelId="{52987837-24A1-4DDE-9A43-9811960281C1}" type="parTrans" cxnId="{05AA1554-E232-4134-80E0-FFF2D826A596}">
      <dgm:prSet/>
      <dgm:spPr/>
      <dgm:t>
        <a:bodyPr/>
        <a:lstStyle/>
        <a:p>
          <a:endParaRPr lang="en-US"/>
        </a:p>
      </dgm:t>
    </dgm:pt>
    <dgm:pt modelId="{BE887164-DA90-478A-A7B3-D1C178813119}" type="sibTrans" cxnId="{05AA1554-E232-4134-80E0-FFF2D826A596}">
      <dgm:prSet/>
      <dgm:spPr/>
      <dgm:t>
        <a:bodyPr/>
        <a:lstStyle/>
        <a:p>
          <a:endParaRPr lang="en-US"/>
        </a:p>
      </dgm:t>
    </dgm:pt>
    <dgm:pt modelId="{6C67181D-E9A7-4AC0-8A71-503D1F05F2C6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•	İnteraktif harita üzerinden sorun bildirimi	</a:t>
          </a:r>
          <a:endParaRPr lang="en-US"/>
        </a:p>
      </dgm:t>
    </dgm:pt>
    <dgm:pt modelId="{63B71F79-F378-4200-A151-EF9CF7288DC0}" type="parTrans" cxnId="{CD43FF75-2AB6-4D20-B3AE-F05DB740B706}">
      <dgm:prSet/>
      <dgm:spPr/>
      <dgm:t>
        <a:bodyPr/>
        <a:lstStyle/>
        <a:p>
          <a:endParaRPr lang="en-US"/>
        </a:p>
      </dgm:t>
    </dgm:pt>
    <dgm:pt modelId="{F150C160-0511-42BF-9D75-A07F1FFEF8F2}" type="sibTrans" cxnId="{CD43FF75-2AB6-4D20-B3AE-F05DB740B706}">
      <dgm:prSet/>
      <dgm:spPr/>
      <dgm:t>
        <a:bodyPr/>
        <a:lstStyle/>
        <a:p>
          <a:endParaRPr lang="en-US"/>
        </a:p>
      </dgm:t>
    </dgm:pt>
    <dgm:pt modelId="{A492BB79-740F-4CA4-AA09-91A542B3B4D3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•	Mekânsal veri destekli yönetim altyapısı	</a:t>
          </a:r>
          <a:endParaRPr lang="en-US"/>
        </a:p>
      </dgm:t>
    </dgm:pt>
    <dgm:pt modelId="{70CD0365-291D-4890-A19C-4F2D76A7814E}" type="parTrans" cxnId="{6BDBEFBF-BF5E-4FE8-AC5A-F4ED79A02280}">
      <dgm:prSet/>
      <dgm:spPr/>
      <dgm:t>
        <a:bodyPr/>
        <a:lstStyle/>
        <a:p>
          <a:endParaRPr lang="en-US"/>
        </a:p>
      </dgm:t>
    </dgm:pt>
    <dgm:pt modelId="{06309C2A-1946-4611-8D4D-A150BD8A0AE1}" type="sibTrans" cxnId="{6BDBEFBF-BF5E-4FE8-AC5A-F4ED79A02280}">
      <dgm:prSet/>
      <dgm:spPr/>
      <dgm:t>
        <a:bodyPr/>
        <a:lstStyle/>
        <a:p>
          <a:endParaRPr lang="en-US"/>
        </a:p>
      </dgm:t>
    </dgm:pt>
    <dgm:pt modelId="{A5CC3890-559B-4C56-8FF1-FF49A6636777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•	Vatandaş ve yönetici odaklı kullanım	</a:t>
          </a:r>
          <a:endParaRPr lang="en-US"/>
        </a:p>
      </dgm:t>
    </dgm:pt>
    <dgm:pt modelId="{2ABB6114-892E-4417-B4FF-03B099449794}" type="parTrans" cxnId="{640802F6-0F10-48DE-AE5D-45F3D0201407}">
      <dgm:prSet/>
      <dgm:spPr/>
      <dgm:t>
        <a:bodyPr/>
        <a:lstStyle/>
        <a:p>
          <a:endParaRPr lang="en-US"/>
        </a:p>
      </dgm:t>
    </dgm:pt>
    <dgm:pt modelId="{37648415-E905-4B59-A2F9-2B878A56FF20}" type="sibTrans" cxnId="{640802F6-0F10-48DE-AE5D-45F3D0201407}">
      <dgm:prSet/>
      <dgm:spPr/>
      <dgm:t>
        <a:bodyPr/>
        <a:lstStyle/>
        <a:p>
          <a:endParaRPr lang="en-US"/>
        </a:p>
      </dgm:t>
    </dgm:pt>
    <dgm:pt modelId="{5CE0DECA-6A95-43FE-8B53-8B611084112D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•	Hızlı, düzenli ve dijital takip imkânı	</a:t>
          </a:r>
          <a:endParaRPr lang="en-US"/>
        </a:p>
      </dgm:t>
    </dgm:pt>
    <dgm:pt modelId="{0E324F79-EDAD-43B9-97D6-93D69040D116}" type="parTrans" cxnId="{6D22CF34-C81A-4A28-AC74-C2AED03AA195}">
      <dgm:prSet/>
      <dgm:spPr/>
      <dgm:t>
        <a:bodyPr/>
        <a:lstStyle/>
        <a:p>
          <a:endParaRPr lang="en-US"/>
        </a:p>
      </dgm:t>
    </dgm:pt>
    <dgm:pt modelId="{47148180-A50F-43AC-AF9D-220F3C6788E9}" type="sibTrans" cxnId="{6D22CF34-C81A-4A28-AC74-C2AED03AA195}">
      <dgm:prSet/>
      <dgm:spPr/>
      <dgm:t>
        <a:bodyPr/>
        <a:lstStyle/>
        <a:p>
          <a:endParaRPr lang="en-US"/>
        </a:p>
      </dgm:t>
    </dgm:pt>
    <dgm:pt modelId="{A2870FDD-79DD-4A3B-A12F-AD808761665C}" type="pres">
      <dgm:prSet presAssocID="{B9EAEE93-911F-44D8-98D8-CD596164843F}" presName="root" presStyleCnt="0">
        <dgm:presLayoutVars>
          <dgm:dir/>
          <dgm:resizeHandles val="exact"/>
        </dgm:presLayoutVars>
      </dgm:prSet>
      <dgm:spPr/>
    </dgm:pt>
    <dgm:pt modelId="{38980B8C-63A3-47CC-9C45-2C2A04F05611}" type="pres">
      <dgm:prSet presAssocID="{EC677AB1-519F-4E1A-A622-B6BBE05FC07C}" presName="compNode" presStyleCnt="0"/>
      <dgm:spPr/>
    </dgm:pt>
    <dgm:pt modelId="{F7BEAE04-142C-4FB0-8ACB-DF199A214000}" type="pres">
      <dgm:prSet presAssocID="{EC677AB1-519F-4E1A-A622-B6BBE05FC07C}" presName="bgRect" presStyleLbl="bgShp" presStyleIdx="0" presStyleCnt="5"/>
      <dgm:spPr/>
    </dgm:pt>
    <dgm:pt modelId="{658F723A-9430-4A6A-9451-29D2F008BE7C}" type="pres">
      <dgm:prSet presAssocID="{EC677AB1-519F-4E1A-A622-B6BBE05FC07C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İşaretleyici"/>
        </a:ext>
      </dgm:extLst>
    </dgm:pt>
    <dgm:pt modelId="{E9D66AC2-E5E5-40D3-BDA8-A0D5927BEC37}" type="pres">
      <dgm:prSet presAssocID="{EC677AB1-519F-4E1A-A622-B6BBE05FC07C}" presName="spaceRect" presStyleCnt="0"/>
      <dgm:spPr/>
    </dgm:pt>
    <dgm:pt modelId="{103C08A2-FCE1-43F5-AB2A-8D922C73853C}" type="pres">
      <dgm:prSet presAssocID="{EC677AB1-519F-4E1A-A622-B6BBE05FC07C}" presName="parTx" presStyleLbl="revTx" presStyleIdx="0" presStyleCnt="5">
        <dgm:presLayoutVars>
          <dgm:chMax val="0"/>
          <dgm:chPref val="0"/>
        </dgm:presLayoutVars>
      </dgm:prSet>
      <dgm:spPr/>
    </dgm:pt>
    <dgm:pt modelId="{DE505B1A-E6AB-4972-BB51-E0C9E68353CD}" type="pres">
      <dgm:prSet presAssocID="{BE887164-DA90-478A-A7B3-D1C178813119}" presName="sibTrans" presStyleCnt="0"/>
      <dgm:spPr/>
    </dgm:pt>
    <dgm:pt modelId="{87E91B81-BC5F-40F7-9063-E9FCDDC7FE38}" type="pres">
      <dgm:prSet presAssocID="{6C67181D-E9A7-4AC0-8A71-503D1F05F2C6}" presName="compNode" presStyleCnt="0"/>
      <dgm:spPr/>
    </dgm:pt>
    <dgm:pt modelId="{C33336CC-4A97-4632-BF18-31A0FC945E23}" type="pres">
      <dgm:prSet presAssocID="{6C67181D-E9A7-4AC0-8A71-503D1F05F2C6}" presName="bgRect" presStyleLbl="bgShp" presStyleIdx="1" presStyleCnt="5"/>
      <dgm:spPr/>
    </dgm:pt>
    <dgm:pt modelId="{539433EC-1684-4484-8D11-236A124BEDDF}" type="pres">
      <dgm:prSet presAssocID="{6C67181D-E9A7-4AC0-8A71-503D1F05F2C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p with pin"/>
        </a:ext>
      </dgm:extLst>
    </dgm:pt>
    <dgm:pt modelId="{D0FFB745-1530-42CB-AC9F-878726AEF8CF}" type="pres">
      <dgm:prSet presAssocID="{6C67181D-E9A7-4AC0-8A71-503D1F05F2C6}" presName="spaceRect" presStyleCnt="0"/>
      <dgm:spPr/>
    </dgm:pt>
    <dgm:pt modelId="{5DCAD297-7CE9-4E62-AEF6-157307CDBE53}" type="pres">
      <dgm:prSet presAssocID="{6C67181D-E9A7-4AC0-8A71-503D1F05F2C6}" presName="parTx" presStyleLbl="revTx" presStyleIdx="1" presStyleCnt="5">
        <dgm:presLayoutVars>
          <dgm:chMax val="0"/>
          <dgm:chPref val="0"/>
        </dgm:presLayoutVars>
      </dgm:prSet>
      <dgm:spPr/>
    </dgm:pt>
    <dgm:pt modelId="{6C62FD1A-343A-4CF7-AD2C-BDB34D91786D}" type="pres">
      <dgm:prSet presAssocID="{F150C160-0511-42BF-9D75-A07F1FFEF8F2}" presName="sibTrans" presStyleCnt="0"/>
      <dgm:spPr/>
    </dgm:pt>
    <dgm:pt modelId="{5553C882-9E7D-46EA-B9D8-DB3275C958B0}" type="pres">
      <dgm:prSet presAssocID="{A492BB79-740F-4CA4-AA09-91A542B3B4D3}" presName="compNode" presStyleCnt="0"/>
      <dgm:spPr/>
    </dgm:pt>
    <dgm:pt modelId="{1D003DF4-0C12-47C2-9CDE-E49BF8181B79}" type="pres">
      <dgm:prSet presAssocID="{A492BB79-740F-4CA4-AA09-91A542B3B4D3}" presName="bgRect" presStyleLbl="bgShp" presStyleIdx="2" presStyleCnt="5"/>
      <dgm:spPr/>
    </dgm:pt>
    <dgm:pt modelId="{49417A0D-8737-4B1A-BD77-4AEBDBBB6036}" type="pres">
      <dgm:prSet presAssocID="{A492BB79-740F-4CA4-AA09-91A542B3B4D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yerarşi"/>
        </a:ext>
      </dgm:extLst>
    </dgm:pt>
    <dgm:pt modelId="{87BCE818-FFA8-41E9-9AE6-419A1021AADA}" type="pres">
      <dgm:prSet presAssocID="{A492BB79-740F-4CA4-AA09-91A542B3B4D3}" presName="spaceRect" presStyleCnt="0"/>
      <dgm:spPr/>
    </dgm:pt>
    <dgm:pt modelId="{EA2B20AE-78CE-487A-BE86-E7DC709C9B5F}" type="pres">
      <dgm:prSet presAssocID="{A492BB79-740F-4CA4-AA09-91A542B3B4D3}" presName="parTx" presStyleLbl="revTx" presStyleIdx="2" presStyleCnt="5">
        <dgm:presLayoutVars>
          <dgm:chMax val="0"/>
          <dgm:chPref val="0"/>
        </dgm:presLayoutVars>
      </dgm:prSet>
      <dgm:spPr/>
    </dgm:pt>
    <dgm:pt modelId="{FD90A8BC-1D4B-47F5-A970-02F5CC0A04C9}" type="pres">
      <dgm:prSet presAssocID="{06309C2A-1946-4611-8D4D-A150BD8A0AE1}" presName="sibTrans" presStyleCnt="0"/>
      <dgm:spPr/>
    </dgm:pt>
    <dgm:pt modelId="{885D665B-8ED3-4B6E-B7BF-69B29BB73D9E}" type="pres">
      <dgm:prSet presAssocID="{A5CC3890-559B-4C56-8FF1-FF49A6636777}" presName="compNode" presStyleCnt="0"/>
      <dgm:spPr/>
    </dgm:pt>
    <dgm:pt modelId="{724B0739-E51A-4C18-BECE-386287A87134}" type="pres">
      <dgm:prSet presAssocID="{A5CC3890-559B-4C56-8FF1-FF49A6636777}" presName="bgRect" presStyleLbl="bgShp" presStyleIdx="3" presStyleCnt="5"/>
      <dgm:spPr/>
    </dgm:pt>
    <dgm:pt modelId="{F33881B6-FF85-482F-AAA8-AD45E46411DC}" type="pres">
      <dgm:prSet presAssocID="{A5CC3890-559B-4C56-8FF1-FF49A6636777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ullanıcı"/>
        </a:ext>
      </dgm:extLst>
    </dgm:pt>
    <dgm:pt modelId="{14CBCC79-CB53-4DAD-82CB-449B5C4044AA}" type="pres">
      <dgm:prSet presAssocID="{A5CC3890-559B-4C56-8FF1-FF49A6636777}" presName="spaceRect" presStyleCnt="0"/>
      <dgm:spPr/>
    </dgm:pt>
    <dgm:pt modelId="{DE15F46C-2E10-4C22-B87E-43FEC24E3C7D}" type="pres">
      <dgm:prSet presAssocID="{A5CC3890-559B-4C56-8FF1-FF49A6636777}" presName="parTx" presStyleLbl="revTx" presStyleIdx="3" presStyleCnt="5">
        <dgm:presLayoutVars>
          <dgm:chMax val="0"/>
          <dgm:chPref val="0"/>
        </dgm:presLayoutVars>
      </dgm:prSet>
      <dgm:spPr/>
    </dgm:pt>
    <dgm:pt modelId="{8E70B7C0-5BA6-4525-BD60-CDAC85BAD56F}" type="pres">
      <dgm:prSet presAssocID="{37648415-E905-4B59-A2F9-2B878A56FF20}" presName="sibTrans" presStyleCnt="0"/>
      <dgm:spPr/>
    </dgm:pt>
    <dgm:pt modelId="{9BC11479-9D50-48DC-BAC8-7D712A9C8BB1}" type="pres">
      <dgm:prSet presAssocID="{5CE0DECA-6A95-43FE-8B53-8B611084112D}" presName="compNode" presStyleCnt="0"/>
      <dgm:spPr/>
    </dgm:pt>
    <dgm:pt modelId="{3CA40EDA-ECAB-4EF4-A529-56618880FADA}" type="pres">
      <dgm:prSet presAssocID="{5CE0DECA-6A95-43FE-8B53-8B611084112D}" presName="bgRect" presStyleLbl="bgShp" presStyleIdx="4" presStyleCnt="5"/>
      <dgm:spPr/>
    </dgm:pt>
    <dgm:pt modelId="{385ED040-CDDC-4701-A645-EEAF0D44C5C7}" type="pres">
      <dgm:prSet presAssocID="{5CE0DECA-6A95-43FE-8B53-8B611084112D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ronometre"/>
        </a:ext>
      </dgm:extLst>
    </dgm:pt>
    <dgm:pt modelId="{9F4F9A86-D616-4C45-92F9-59F08B1B2A3E}" type="pres">
      <dgm:prSet presAssocID="{5CE0DECA-6A95-43FE-8B53-8B611084112D}" presName="spaceRect" presStyleCnt="0"/>
      <dgm:spPr/>
    </dgm:pt>
    <dgm:pt modelId="{FF1C1878-7E17-4633-8BA0-84CDC1512654}" type="pres">
      <dgm:prSet presAssocID="{5CE0DECA-6A95-43FE-8B53-8B611084112D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E1AE4823-EF9B-4D93-952F-CB598402351C}" type="presOf" srcId="{6C67181D-E9A7-4AC0-8A71-503D1F05F2C6}" destId="{5DCAD297-7CE9-4E62-AEF6-157307CDBE53}" srcOrd="0" destOrd="0" presId="urn:microsoft.com/office/officeart/2018/2/layout/IconVerticalSolidList"/>
    <dgm:cxn modelId="{6D22CF34-C81A-4A28-AC74-C2AED03AA195}" srcId="{B9EAEE93-911F-44D8-98D8-CD596164843F}" destId="{5CE0DECA-6A95-43FE-8B53-8B611084112D}" srcOrd="4" destOrd="0" parTransId="{0E324F79-EDAD-43B9-97D6-93D69040D116}" sibTransId="{47148180-A50F-43AC-AF9D-220F3C6788E9}"/>
    <dgm:cxn modelId="{9ABED33A-0A1D-44F2-BF96-AC913C74364C}" type="presOf" srcId="{5CE0DECA-6A95-43FE-8B53-8B611084112D}" destId="{FF1C1878-7E17-4633-8BA0-84CDC1512654}" srcOrd="0" destOrd="0" presId="urn:microsoft.com/office/officeart/2018/2/layout/IconVerticalSolidList"/>
    <dgm:cxn modelId="{67608D6B-D43E-416A-93F7-A4DF19E9B9CA}" type="presOf" srcId="{EC677AB1-519F-4E1A-A622-B6BBE05FC07C}" destId="{103C08A2-FCE1-43F5-AB2A-8D922C73853C}" srcOrd="0" destOrd="0" presId="urn:microsoft.com/office/officeart/2018/2/layout/IconVerticalSolidList"/>
    <dgm:cxn modelId="{14B1F64E-23C1-43DC-A309-102CDEE73FA1}" type="presOf" srcId="{B9EAEE93-911F-44D8-98D8-CD596164843F}" destId="{A2870FDD-79DD-4A3B-A12F-AD808761665C}" srcOrd="0" destOrd="0" presId="urn:microsoft.com/office/officeart/2018/2/layout/IconVerticalSolidList"/>
    <dgm:cxn modelId="{05AA1554-E232-4134-80E0-FFF2D826A596}" srcId="{B9EAEE93-911F-44D8-98D8-CD596164843F}" destId="{EC677AB1-519F-4E1A-A622-B6BBE05FC07C}" srcOrd="0" destOrd="0" parTransId="{52987837-24A1-4DDE-9A43-9811960281C1}" sibTransId="{BE887164-DA90-478A-A7B3-D1C178813119}"/>
    <dgm:cxn modelId="{CD43FF75-2AB6-4D20-B3AE-F05DB740B706}" srcId="{B9EAEE93-911F-44D8-98D8-CD596164843F}" destId="{6C67181D-E9A7-4AC0-8A71-503D1F05F2C6}" srcOrd="1" destOrd="0" parTransId="{63B71F79-F378-4200-A151-EF9CF7288DC0}" sibTransId="{F150C160-0511-42BF-9D75-A07F1FFEF8F2}"/>
    <dgm:cxn modelId="{42622677-54F0-4B9C-AB81-883FFF218C75}" type="presOf" srcId="{A492BB79-740F-4CA4-AA09-91A542B3B4D3}" destId="{EA2B20AE-78CE-487A-BE86-E7DC709C9B5F}" srcOrd="0" destOrd="0" presId="urn:microsoft.com/office/officeart/2018/2/layout/IconVerticalSolidList"/>
    <dgm:cxn modelId="{6BDBEFBF-BF5E-4FE8-AC5A-F4ED79A02280}" srcId="{B9EAEE93-911F-44D8-98D8-CD596164843F}" destId="{A492BB79-740F-4CA4-AA09-91A542B3B4D3}" srcOrd="2" destOrd="0" parTransId="{70CD0365-291D-4890-A19C-4F2D76A7814E}" sibTransId="{06309C2A-1946-4611-8D4D-A150BD8A0AE1}"/>
    <dgm:cxn modelId="{640802F6-0F10-48DE-AE5D-45F3D0201407}" srcId="{B9EAEE93-911F-44D8-98D8-CD596164843F}" destId="{A5CC3890-559B-4C56-8FF1-FF49A6636777}" srcOrd="3" destOrd="0" parTransId="{2ABB6114-892E-4417-B4FF-03B099449794}" sibTransId="{37648415-E905-4B59-A2F9-2B878A56FF20}"/>
    <dgm:cxn modelId="{B60245F6-AB92-402F-9C7C-11D790C31607}" type="presOf" srcId="{A5CC3890-559B-4C56-8FF1-FF49A6636777}" destId="{DE15F46C-2E10-4C22-B87E-43FEC24E3C7D}" srcOrd="0" destOrd="0" presId="urn:microsoft.com/office/officeart/2018/2/layout/IconVerticalSolidList"/>
    <dgm:cxn modelId="{A1E4B686-CAC1-4E9B-8102-CAF4CA0EE13D}" type="presParOf" srcId="{A2870FDD-79DD-4A3B-A12F-AD808761665C}" destId="{38980B8C-63A3-47CC-9C45-2C2A04F05611}" srcOrd="0" destOrd="0" presId="urn:microsoft.com/office/officeart/2018/2/layout/IconVerticalSolidList"/>
    <dgm:cxn modelId="{F82FEB95-0864-44A4-B927-BB8EA26D7F0F}" type="presParOf" srcId="{38980B8C-63A3-47CC-9C45-2C2A04F05611}" destId="{F7BEAE04-142C-4FB0-8ACB-DF199A214000}" srcOrd="0" destOrd="0" presId="urn:microsoft.com/office/officeart/2018/2/layout/IconVerticalSolidList"/>
    <dgm:cxn modelId="{ECDC3C94-5B92-41CD-87E2-01B183C13D7F}" type="presParOf" srcId="{38980B8C-63A3-47CC-9C45-2C2A04F05611}" destId="{658F723A-9430-4A6A-9451-29D2F008BE7C}" srcOrd="1" destOrd="0" presId="urn:microsoft.com/office/officeart/2018/2/layout/IconVerticalSolidList"/>
    <dgm:cxn modelId="{F93F4387-A48D-4E92-B876-0B7C3CA7C37E}" type="presParOf" srcId="{38980B8C-63A3-47CC-9C45-2C2A04F05611}" destId="{E9D66AC2-E5E5-40D3-BDA8-A0D5927BEC37}" srcOrd="2" destOrd="0" presId="urn:microsoft.com/office/officeart/2018/2/layout/IconVerticalSolidList"/>
    <dgm:cxn modelId="{2E9953BB-D1A9-4F5F-BA78-6088640E8D5C}" type="presParOf" srcId="{38980B8C-63A3-47CC-9C45-2C2A04F05611}" destId="{103C08A2-FCE1-43F5-AB2A-8D922C73853C}" srcOrd="3" destOrd="0" presId="urn:microsoft.com/office/officeart/2018/2/layout/IconVerticalSolidList"/>
    <dgm:cxn modelId="{04A1B4B7-399D-4F0D-BEAF-B767D8B75A0D}" type="presParOf" srcId="{A2870FDD-79DD-4A3B-A12F-AD808761665C}" destId="{DE505B1A-E6AB-4972-BB51-E0C9E68353CD}" srcOrd="1" destOrd="0" presId="urn:microsoft.com/office/officeart/2018/2/layout/IconVerticalSolidList"/>
    <dgm:cxn modelId="{50265230-B2AC-4E5F-8EDD-245200E3032F}" type="presParOf" srcId="{A2870FDD-79DD-4A3B-A12F-AD808761665C}" destId="{87E91B81-BC5F-40F7-9063-E9FCDDC7FE38}" srcOrd="2" destOrd="0" presId="urn:microsoft.com/office/officeart/2018/2/layout/IconVerticalSolidList"/>
    <dgm:cxn modelId="{56A8DFE8-668D-4736-B8F1-C185D3DF7988}" type="presParOf" srcId="{87E91B81-BC5F-40F7-9063-E9FCDDC7FE38}" destId="{C33336CC-4A97-4632-BF18-31A0FC945E23}" srcOrd="0" destOrd="0" presId="urn:microsoft.com/office/officeart/2018/2/layout/IconVerticalSolidList"/>
    <dgm:cxn modelId="{E5D27CED-096E-4134-AC06-0A86A781D82B}" type="presParOf" srcId="{87E91B81-BC5F-40F7-9063-E9FCDDC7FE38}" destId="{539433EC-1684-4484-8D11-236A124BEDDF}" srcOrd="1" destOrd="0" presId="urn:microsoft.com/office/officeart/2018/2/layout/IconVerticalSolidList"/>
    <dgm:cxn modelId="{78FF900A-CD26-4BF1-B277-B0AAF72FA0DE}" type="presParOf" srcId="{87E91B81-BC5F-40F7-9063-E9FCDDC7FE38}" destId="{D0FFB745-1530-42CB-AC9F-878726AEF8CF}" srcOrd="2" destOrd="0" presId="urn:microsoft.com/office/officeart/2018/2/layout/IconVerticalSolidList"/>
    <dgm:cxn modelId="{12AB9D56-840F-4337-A6CB-B5EAFA82D614}" type="presParOf" srcId="{87E91B81-BC5F-40F7-9063-E9FCDDC7FE38}" destId="{5DCAD297-7CE9-4E62-AEF6-157307CDBE53}" srcOrd="3" destOrd="0" presId="urn:microsoft.com/office/officeart/2018/2/layout/IconVerticalSolidList"/>
    <dgm:cxn modelId="{6C81A437-AB95-45EE-8A4E-DA124EE9AEE4}" type="presParOf" srcId="{A2870FDD-79DD-4A3B-A12F-AD808761665C}" destId="{6C62FD1A-343A-4CF7-AD2C-BDB34D91786D}" srcOrd="3" destOrd="0" presId="urn:microsoft.com/office/officeart/2018/2/layout/IconVerticalSolidList"/>
    <dgm:cxn modelId="{84DD5A5C-0054-4E20-B6D3-8169F5C7B06E}" type="presParOf" srcId="{A2870FDD-79DD-4A3B-A12F-AD808761665C}" destId="{5553C882-9E7D-46EA-B9D8-DB3275C958B0}" srcOrd="4" destOrd="0" presId="urn:microsoft.com/office/officeart/2018/2/layout/IconVerticalSolidList"/>
    <dgm:cxn modelId="{01062B24-F3A0-4D73-B61E-FCE3F769B799}" type="presParOf" srcId="{5553C882-9E7D-46EA-B9D8-DB3275C958B0}" destId="{1D003DF4-0C12-47C2-9CDE-E49BF8181B79}" srcOrd="0" destOrd="0" presId="urn:microsoft.com/office/officeart/2018/2/layout/IconVerticalSolidList"/>
    <dgm:cxn modelId="{33042806-0667-403D-9F1C-BC9DACDB738A}" type="presParOf" srcId="{5553C882-9E7D-46EA-B9D8-DB3275C958B0}" destId="{49417A0D-8737-4B1A-BD77-4AEBDBBB6036}" srcOrd="1" destOrd="0" presId="urn:microsoft.com/office/officeart/2018/2/layout/IconVerticalSolidList"/>
    <dgm:cxn modelId="{29199A3C-2859-4D3B-88F9-C0899AC899C5}" type="presParOf" srcId="{5553C882-9E7D-46EA-B9D8-DB3275C958B0}" destId="{87BCE818-FFA8-41E9-9AE6-419A1021AADA}" srcOrd="2" destOrd="0" presId="urn:microsoft.com/office/officeart/2018/2/layout/IconVerticalSolidList"/>
    <dgm:cxn modelId="{571F28C1-80CC-4C50-94EB-07D9EA940893}" type="presParOf" srcId="{5553C882-9E7D-46EA-B9D8-DB3275C958B0}" destId="{EA2B20AE-78CE-487A-BE86-E7DC709C9B5F}" srcOrd="3" destOrd="0" presId="urn:microsoft.com/office/officeart/2018/2/layout/IconVerticalSolidList"/>
    <dgm:cxn modelId="{9B07C36B-DACC-4BAE-9FEC-AA7342F5E695}" type="presParOf" srcId="{A2870FDD-79DD-4A3B-A12F-AD808761665C}" destId="{FD90A8BC-1D4B-47F5-A970-02F5CC0A04C9}" srcOrd="5" destOrd="0" presId="urn:microsoft.com/office/officeart/2018/2/layout/IconVerticalSolidList"/>
    <dgm:cxn modelId="{A345C519-37D1-4CD2-BD41-C6BDB90DB009}" type="presParOf" srcId="{A2870FDD-79DD-4A3B-A12F-AD808761665C}" destId="{885D665B-8ED3-4B6E-B7BF-69B29BB73D9E}" srcOrd="6" destOrd="0" presId="urn:microsoft.com/office/officeart/2018/2/layout/IconVerticalSolidList"/>
    <dgm:cxn modelId="{C4EEEC15-C941-4E02-8FDA-6AC3E0D2D6F1}" type="presParOf" srcId="{885D665B-8ED3-4B6E-B7BF-69B29BB73D9E}" destId="{724B0739-E51A-4C18-BECE-386287A87134}" srcOrd="0" destOrd="0" presId="urn:microsoft.com/office/officeart/2018/2/layout/IconVerticalSolidList"/>
    <dgm:cxn modelId="{EB04879E-9459-4220-8364-30CB716E6643}" type="presParOf" srcId="{885D665B-8ED3-4B6E-B7BF-69B29BB73D9E}" destId="{F33881B6-FF85-482F-AAA8-AD45E46411DC}" srcOrd="1" destOrd="0" presId="urn:microsoft.com/office/officeart/2018/2/layout/IconVerticalSolidList"/>
    <dgm:cxn modelId="{18BF4C92-0CD3-41CB-ADE3-9C08B44F0629}" type="presParOf" srcId="{885D665B-8ED3-4B6E-B7BF-69B29BB73D9E}" destId="{14CBCC79-CB53-4DAD-82CB-449B5C4044AA}" srcOrd="2" destOrd="0" presId="urn:microsoft.com/office/officeart/2018/2/layout/IconVerticalSolidList"/>
    <dgm:cxn modelId="{3A8717CF-1350-4D2C-8098-D63451999F73}" type="presParOf" srcId="{885D665B-8ED3-4B6E-B7BF-69B29BB73D9E}" destId="{DE15F46C-2E10-4C22-B87E-43FEC24E3C7D}" srcOrd="3" destOrd="0" presId="urn:microsoft.com/office/officeart/2018/2/layout/IconVerticalSolidList"/>
    <dgm:cxn modelId="{1903C2B6-F6B9-4916-8145-9FAEA4FACBBA}" type="presParOf" srcId="{A2870FDD-79DD-4A3B-A12F-AD808761665C}" destId="{8E70B7C0-5BA6-4525-BD60-CDAC85BAD56F}" srcOrd="7" destOrd="0" presId="urn:microsoft.com/office/officeart/2018/2/layout/IconVerticalSolidList"/>
    <dgm:cxn modelId="{CF57B45D-B6CC-4921-89A4-F38009B8E451}" type="presParOf" srcId="{A2870FDD-79DD-4A3B-A12F-AD808761665C}" destId="{9BC11479-9D50-48DC-BAC8-7D712A9C8BB1}" srcOrd="8" destOrd="0" presId="urn:microsoft.com/office/officeart/2018/2/layout/IconVerticalSolidList"/>
    <dgm:cxn modelId="{D78CE68A-7B29-480C-ACEF-0DD0A2830624}" type="presParOf" srcId="{9BC11479-9D50-48DC-BAC8-7D712A9C8BB1}" destId="{3CA40EDA-ECAB-4EF4-A529-56618880FADA}" srcOrd="0" destOrd="0" presId="urn:microsoft.com/office/officeart/2018/2/layout/IconVerticalSolidList"/>
    <dgm:cxn modelId="{2AFFA61C-CF96-4C5B-B8F7-C9282A2E0916}" type="presParOf" srcId="{9BC11479-9D50-48DC-BAC8-7D712A9C8BB1}" destId="{385ED040-CDDC-4701-A645-EEAF0D44C5C7}" srcOrd="1" destOrd="0" presId="urn:microsoft.com/office/officeart/2018/2/layout/IconVerticalSolidList"/>
    <dgm:cxn modelId="{C4165386-E5FA-4D7E-AEBC-F7557C53BE88}" type="presParOf" srcId="{9BC11479-9D50-48DC-BAC8-7D712A9C8BB1}" destId="{9F4F9A86-D616-4C45-92F9-59F08B1B2A3E}" srcOrd="2" destOrd="0" presId="urn:microsoft.com/office/officeart/2018/2/layout/IconVerticalSolidList"/>
    <dgm:cxn modelId="{4566A474-77D3-43F7-95A7-26C0F266CCAD}" type="presParOf" srcId="{9BC11479-9D50-48DC-BAC8-7D712A9C8BB1}" destId="{FF1C1878-7E17-4633-8BA0-84CDC151265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84D36C9-3CE3-4547-B464-65D776BEB1F0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0C8F009-C045-44CA-8F76-92BB25C7260B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•Web GIS tabanlı istemci–sunucu mimarisi</a:t>
          </a:r>
          <a:endParaRPr lang="en-US"/>
        </a:p>
      </dgm:t>
    </dgm:pt>
    <dgm:pt modelId="{3911AB32-27A8-4C56-B971-24B6EBC88A51}" type="parTrans" cxnId="{60AEAF64-71DB-4D4D-9BDF-4A1BFBE09135}">
      <dgm:prSet/>
      <dgm:spPr/>
      <dgm:t>
        <a:bodyPr/>
        <a:lstStyle/>
        <a:p>
          <a:endParaRPr lang="en-US"/>
        </a:p>
      </dgm:t>
    </dgm:pt>
    <dgm:pt modelId="{51412135-487C-43A9-A904-DE23E7B128E6}" type="sibTrans" cxnId="{60AEAF64-71DB-4D4D-9BDF-4A1BFBE0913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8DD1D58-DA43-487A-B168-4FF8F4A37EE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•Backend: Node.js &amp; Express	</a:t>
          </a:r>
          <a:endParaRPr lang="en-US"/>
        </a:p>
      </dgm:t>
    </dgm:pt>
    <dgm:pt modelId="{8D307435-E4A0-4CE5-949F-CA9CE8D0CFEF}" type="parTrans" cxnId="{398E9643-B34B-4407-986A-DDC1A2375CF4}">
      <dgm:prSet/>
      <dgm:spPr/>
      <dgm:t>
        <a:bodyPr/>
        <a:lstStyle/>
        <a:p>
          <a:endParaRPr lang="en-US"/>
        </a:p>
      </dgm:t>
    </dgm:pt>
    <dgm:pt modelId="{53A8E10B-FBEE-4503-BF1B-6236A2D86C37}" type="sibTrans" cxnId="{398E9643-B34B-4407-986A-DDC1A2375CF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3D68474-FF1B-421A-AC09-0788B51B7180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•Veritabanı: PostgreSQL + PostGIS (Supabase)</a:t>
          </a:r>
          <a:endParaRPr lang="en-US"/>
        </a:p>
      </dgm:t>
    </dgm:pt>
    <dgm:pt modelId="{FC3DA169-AB94-4635-82A7-673C4A2EC910}" type="parTrans" cxnId="{A50C87A4-BAE5-47DE-A94E-95E5269E43C8}">
      <dgm:prSet/>
      <dgm:spPr/>
      <dgm:t>
        <a:bodyPr/>
        <a:lstStyle/>
        <a:p>
          <a:endParaRPr lang="en-US"/>
        </a:p>
      </dgm:t>
    </dgm:pt>
    <dgm:pt modelId="{B8666665-4203-4449-B2BF-9C13FABD8395}" type="sibTrans" cxnId="{A50C87A4-BAE5-47DE-A94E-95E5269E43C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9D435ED-1514-4882-A793-562BC8A3C0C7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•Frontend: React &amp; Leaflet</a:t>
          </a:r>
          <a:endParaRPr lang="en-US"/>
        </a:p>
      </dgm:t>
    </dgm:pt>
    <dgm:pt modelId="{2D8CCA59-59C7-4CD0-A261-8295E4C560B2}" type="parTrans" cxnId="{96D48FE5-8ABF-42F2-932A-CA72BFAB4478}">
      <dgm:prSet/>
      <dgm:spPr/>
      <dgm:t>
        <a:bodyPr/>
        <a:lstStyle/>
        <a:p>
          <a:endParaRPr lang="en-US"/>
        </a:p>
      </dgm:t>
    </dgm:pt>
    <dgm:pt modelId="{D0F5B77F-1D46-45C5-BBE4-3FC3DA77BC3C}" type="sibTrans" cxnId="{96D48FE5-8ABF-42F2-932A-CA72BFAB447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63CECB4-D34D-402E-9553-FA227DF05822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•RESTful API ile veri iletişimi</a:t>
          </a:r>
          <a:endParaRPr lang="en-US"/>
        </a:p>
      </dgm:t>
    </dgm:pt>
    <dgm:pt modelId="{A94E95F6-E82F-491E-A45E-A33F506659B5}" type="parTrans" cxnId="{CB39AC25-422F-45C7-A836-D932A8C492CA}">
      <dgm:prSet/>
      <dgm:spPr/>
      <dgm:t>
        <a:bodyPr/>
        <a:lstStyle/>
        <a:p>
          <a:endParaRPr lang="en-US"/>
        </a:p>
      </dgm:t>
    </dgm:pt>
    <dgm:pt modelId="{977B3F89-CDD7-40B3-B347-678D02DEFF16}" type="sibTrans" cxnId="{CB39AC25-422F-45C7-A836-D932A8C492C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990433B-9179-441F-AAB3-530BD50F4314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•Register Ekranında Authentication</a:t>
          </a:r>
          <a:endParaRPr lang="en-US"/>
        </a:p>
      </dgm:t>
    </dgm:pt>
    <dgm:pt modelId="{C404FA53-3943-4876-BDB5-A07143B8593F}" type="parTrans" cxnId="{E2EFE270-3A9B-4019-9DBD-4FF0B09DE6C3}">
      <dgm:prSet/>
      <dgm:spPr/>
      <dgm:t>
        <a:bodyPr/>
        <a:lstStyle/>
        <a:p>
          <a:endParaRPr lang="en-US"/>
        </a:p>
      </dgm:t>
    </dgm:pt>
    <dgm:pt modelId="{12EE3C9C-539E-4043-9E35-BD25E48A0D08}" type="sibTrans" cxnId="{E2EFE270-3A9B-4019-9DBD-4FF0B09DE6C3}">
      <dgm:prSet/>
      <dgm:spPr/>
      <dgm:t>
        <a:bodyPr/>
        <a:lstStyle/>
        <a:p>
          <a:endParaRPr lang="en-US"/>
        </a:p>
      </dgm:t>
    </dgm:pt>
    <dgm:pt modelId="{B4BB8E66-F7BB-4CDC-9376-3484C7EE6A3E}" type="pres">
      <dgm:prSet presAssocID="{484D36C9-3CE3-4547-B464-65D776BEB1F0}" presName="root" presStyleCnt="0">
        <dgm:presLayoutVars>
          <dgm:dir/>
          <dgm:resizeHandles val="exact"/>
        </dgm:presLayoutVars>
      </dgm:prSet>
      <dgm:spPr/>
    </dgm:pt>
    <dgm:pt modelId="{3815B8BF-A099-43CF-8C42-0DC9DA06D571}" type="pres">
      <dgm:prSet presAssocID="{484D36C9-3CE3-4547-B464-65D776BEB1F0}" presName="container" presStyleCnt="0">
        <dgm:presLayoutVars>
          <dgm:dir/>
          <dgm:resizeHandles val="exact"/>
        </dgm:presLayoutVars>
      </dgm:prSet>
      <dgm:spPr/>
    </dgm:pt>
    <dgm:pt modelId="{CA151686-D53C-4DAB-8683-809EAC2CCB9C}" type="pres">
      <dgm:prSet presAssocID="{C0C8F009-C045-44CA-8F76-92BB25C7260B}" presName="compNode" presStyleCnt="0"/>
      <dgm:spPr/>
    </dgm:pt>
    <dgm:pt modelId="{28433ACE-34FD-4A2E-B80A-712C2E65E452}" type="pres">
      <dgm:prSet presAssocID="{C0C8F009-C045-44CA-8F76-92BB25C7260B}" presName="iconBgRect" presStyleLbl="bgShp" presStyleIdx="0" presStyleCnt="6"/>
      <dgm:spPr/>
    </dgm:pt>
    <dgm:pt modelId="{B45F7D74-0026-454E-939F-E71217784570}" type="pres">
      <dgm:prSet presAssocID="{C0C8F009-C045-44CA-8F76-92BB25C7260B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nucu"/>
        </a:ext>
      </dgm:extLst>
    </dgm:pt>
    <dgm:pt modelId="{AE711F8C-1F94-4FB7-B605-8BFFD268360F}" type="pres">
      <dgm:prSet presAssocID="{C0C8F009-C045-44CA-8F76-92BB25C7260B}" presName="spaceRect" presStyleCnt="0"/>
      <dgm:spPr/>
    </dgm:pt>
    <dgm:pt modelId="{66FF3003-4B6D-4C47-A36A-61CD3F6942A9}" type="pres">
      <dgm:prSet presAssocID="{C0C8F009-C045-44CA-8F76-92BB25C7260B}" presName="textRect" presStyleLbl="revTx" presStyleIdx="0" presStyleCnt="6">
        <dgm:presLayoutVars>
          <dgm:chMax val="1"/>
          <dgm:chPref val="1"/>
        </dgm:presLayoutVars>
      </dgm:prSet>
      <dgm:spPr/>
    </dgm:pt>
    <dgm:pt modelId="{8B08ACDC-3C30-40B6-8553-CAC804B0F241}" type="pres">
      <dgm:prSet presAssocID="{51412135-487C-43A9-A904-DE23E7B128E6}" presName="sibTrans" presStyleLbl="sibTrans2D1" presStyleIdx="0" presStyleCnt="0"/>
      <dgm:spPr/>
    </dgm:pt>
    <dgm:pt modelId="{F68E8261-5F54-41CB-82B0-53CC24F0E742}" type="pres">
      <dgm:prSet presAssocID="{F8DD1D58-DA43-487A-B168-4FF8F4A37EEC}" presName="compNode" presStyleCnt="0"/>
      <dgm:spPr/>
    </dgm:pt>
    <dgm:pt modelId="{BA99AE94-F50A-426E-97BA-5506C0B855E5}" type="pres">
      <dgm:prSet presAssocID="{F8DD1D58-DA43-487A-B168-4FF8F4A37EEC}" presName="iconBgRect" presStyleLbl="bgShp" presStyleIdx="1" presStyleCnt="6"/>
      <dgm:spPr/>
    </dgm:pt>
    <dgm:pt modelId="{1A5D4A11-7717-48B8-8E07-3A8FD44D9C34}" type="pres">
      <dgm:prSet presAssocID="{F8DD1D58-DA43-487A-B168-4FF8F4A37EEC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nay işareti"/>
        </a:ext>
      </dgm:extLst>
    </dgm:pt>
    <dgm:pt modelId="{9E14BC1B-06E2-4EC2-AB3D-E1EED9ADAF49}" type="pres">
      <dgm:prSet presAssocID="{F8DD1D58-DA43-487A-B168-4FF8F4A37EEC}" presName="spaceRect" presStyleCnt="0"/>
      <dgm:spPr/>
    </dgm:pt>
    <dgm:pt modelId="{5045A961-1766-4DEA-8980-EDFAB049B338}" type="pres">
      <dgm:prSet presAssocID="{F8DD1D58-DA43-487A-B168-4FF8F4A37EEC}" presName="textRect" presStyleLbl="revTx" presStyleIdx="1" presStyleCnt="6">
        <dgm:presLayoutVars>
          <dgm:chMax val="1"/>
          <dgm:chPref val="1"/>
        </dgm:presLayoutVars>
      </dgm:prSet>
      <dgm:spPr/>
    </dgm:pt>
    <dgm:pt modelId="{8AB857C6-5ED8-43B1-89D8-5FFBBA69196D}" type="pres">
      <dgm:prSet presAssocID="{53A8E10B-FBEE-4503-BF1B-6236A2D86C37}" presName="sibTrans" presStyleLbl="sibTrans2D1" presStyleIdx="0" presStyleCnt="0"/>
      <dgm:spPr/>
    </dgm:pt>
    <dgm:pt modelId="{2DB22D0C-F168-4866-84F0-1D74FB51D06B}" type="pres">
      <dgm:prSet presAssocID="{23D68474-FF1B-421A-AC09-0788B51B7180}" presName="compNode" presStyleCnt="0"/>
      <dgm:spPr/>
    </dgm:pt>
    <dgm:pt modelId="{6FEABD65-72B0-4E3D-BD84-FD30D3142BE6}" type="pres">
      <dgm:prSet presAssocID="{23D68474-FF1B-421A-AC09-0788B51B7180}" presName="iconBgRect" presStyleLbl="bgShp" presStyleIdx="2" presStyleCnt="6"/>
      <dgm:spPr/>
    </dgm:pt>
    <dgm:pt modelId="{699AD804-F14B-43C8-B3D4-86E091B1E392}" type="pres">
      <dgm:prSet presAssocID="{23D68474-FF1B-421A-AC09-0788B51B7180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eri tabanı"/>
        </a:ext>
      </dgm:extLst>
    </dgm:pt>
    <dgm:pt modelId="{EBEF7928-990C-4DA8-84A2-C816623F172B}" type="pres">
      <dgm:prSet presAssocID="{23D68474-FF1B-421A-AC09-0788B51B7180}" presName="spaceRect" presStyleCnt="0"/>
      <dgm:spPr/>
    </dgm:pt>
    <dgm:pt modelId="{8364871E-B2C6-40AA-B008-82FCC6438EBE}" type="pres">
      <dgm:prSet presAssocID="{23D68474-FF1B-421A-AC09-0788B51B7180}" presName="textRect" presStyleLbl="revTx" presStyleIdx="2" presStyleCnt="6">
        <dgm:presLayoutVars>
          <dgm:chMax val="1"/>
          <dgm:chPref val="1"/>
        </dgm:presLayoutVars>
      </dgm:prSet>
      <dgm:spPr/>
    </dgm:pt>
    <dgm:pt modelId="{1A5BC40A-9A61-42C2-A5A1-27DDC6ACD772}" type="pres">
      <dgm:prSet presAssocID="{B8666665-4203-4449-B2BF-9C13FABD8395}" presName="sibTrans" presStyleLbl="sibTrans2D1" presStyleIdx="0" presStyleCnt="0"/>
      <dgm:spPr/>
    </dgm:pt>
    <dgm:pt modelId="{1520FAAD-90BC-45E6-B43B-CA2028C25731}" type="pres">
      <dgm:prSet presAssocID="{A9D435ED-1514-4882-A793-562BC8A3C0C7}" presName="compNode" presStyleCnt="0"/>
      <dgm:spPr/>
    </dgm:pt>
    <dgm:pt modelId="{658E68AD-A547-4A6B-9091-A5D0B523D75C}" type="pres">
      <dgm:prSet presAssocID="{A9D435ED-1514-4882-A793-562BC8A3C0C7}" presName="iconBgRect" presStyleLbl="bgShp" presStyleIdx="3" presStyleCnt="6"/>
      <dgm:spPr/>
    </dgm:pt>
    <dgm:pt modelId="{C63334C6-78CE-4610-B905-BB856BC79EC5}" type="pres">
      <dgm:prSet presAssocID="{A9D435ED-1514-4882-A793-562BC8A3C0C7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elebek"/>
        </a:ext>
      </dgm:extLst>
    </dgm:pt>
    <dgm:pt modelId="{B67C782C-08A7-40F3-BDD1-8EB3B7A95E1F}" type="pres">
      <dgm:prSet presAssocID="{A9D435ED-1514-4882-A793-562BC8A3C0C7}" presName="spaceRect" presStyleCnt="0"/>
      <dgm:spPr/>
    </dgm:pt>
    <dgm:pt modelId="{7E18F1C8-B312-4016-9399-819659F56FD3}" type="pres">
      <dgm:prSet presAssocID="{A9D435ED-1514-4882-A793-562BC8A3C0C7}" presName="textRect" presStyleLbl="revTx" presStyleIdx="3" presStyleCnt="6">
        <dgm:presLayoutVars>
          <dgm:chMax val="1"/>
          <dgm:chPref val="1"/>
        </dgm:presLayoutVars>
      </dgm:prSet>
      <dgm:spPr/>
    </dgm:pt>
    <dgm:pt modelId="{34CAEF1E-1D23-49B5-AA2B-71E336BACB45}" type="pres">
      <dgm:prSet presAssocID="{D0F5B77F-1D46-45C5-BBE4-3FC3DA77BC3C}" presName="sibTrans" presStyleLbl="sibTrans2D1" presStyleIdx="0" presStyleCnt="0"/>
      <dgm:spPr/>
    </dgm:pt>
    <dgm:pt modelId="{EFEA46D4-AB77-46CB-B1A8-DAC7F6C932CC}" type="pres">
      <dgm:prSet presAssocID="{C63CECB4-D34D-402E-9553-FA227DF05822}" presName="compNode" presStyleCnt="0"/>
      <dgm:spPr/>
    </dgm:pt>
    <dgm:pt modelId="{AB7958EA-1AD7-4B7D-84F9-B515C090FA09}" type="pres">
      <dgm:prSet presAssocID="{C63CECB4-D34D-402E-9553-FA227DF05822}" presName="iconBgRect" presStyleLbl="bgShp" presStyleIdx="4" presStyleCnt="6"/>
      <dgm:spPr/>
    </dgm:pt>
    <dgm:pt modelId="{6828B32F-E4F8-4CF8-81F6-223421B58789}" type="pres">
      <dgm:prSet presAssocID="{C63CECB4-D34D-402E-9553-FA227DF05822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5FE63D10-58A2-4AC0-983E-09288BD13FB9}" type="pres">
      <dgm:prSet presAssocID="{C63CECB4-D34D-402E-9553-FA227DF05822}" presName="spaceRect" presStyleCnt="0"/>
      <dgm:spPr/>
    </dgm:pt>
    <dgm:pt modelId="{8878D824-D181-4278-9AEB-D4EC3A2675ED}" type="pres">
      <dgm:prSet presAssocID="{C63CECB4-D34D-402E-9553-FA227DF05822}" presName="textRect" presStyleLbl="revTx" presStyleIdx="4" presStyleCnt="6">
        <dgm:presLayoutVars>
          <dgm:chMax val="1"/>
          <dgm:chPref val="1"/>
        </dgm:presLayoutVars>
      </dgm:prSet>
      <dgm:spPr/>
    </dgm:pt>
    <dgm:pt modelId="{957A402C-AEB0-440D-97BF-ECC9D01C4A70}" type="pres">
      <dgm:prSet presAssocID="{977B3F89-CDD7-40B3-B347-678D02DEFF16}" presName="sibTrans" presStyleLbl="sibTrans2D1" presStyleIdx="0" presStyleCnt="0"/>
      <dgm:spPr/>
    </dgm:pt>
    <dgm:pt modelId="{3A989D62-1A80-4198-8F28-2DFD7E0BBA17}" type="pres">
      <dgm:prSet presAssocID="{9990433B-9179-441F-AAB3-530BD50F4314}" presName="compNode" presStyleCnt="0"/>
      <dgm:spPr/>
    </dgm:pt>
    <dgm:pt modelId="{2BE7FF31-4761-40FA-B38B-D44195BAB5C9}" type="pres">
      <dgm:prSet presAssocID="{9990433B-9179-441F-AAB3-530BD50F4314}" presName="iconBgRect" presStyleLbl="bgShp" presStyleIdx="5" presStyleCnt="6"/>
      <dgm:spPr/>
    </dgm:pt>
    <dgm:pt modelId="{EE4919F1-31A6-4734-AF41-3F5D3CCA9B19}" type="pres">
      <dgm:prSet presAssocID="{9990433B-9179-441F-AAB3-530BD50F4314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nahtar"/>
        </a:ext>
      </dgm:extLst>
    </dgm:pt>
    <dgm:pt modelId="{DFF22B6C-77C3-4099-9A79-0BA68662B233}" type="pres">
      <dgm:prSet presAssocID="{9990433B-9179-441F-AAB3-530BD50F4314}" presName="spaceRect" presStyleCnt="0"/>
      <dgm:spPr/>
    </dgm:pt>
    <dgm:pt modelId="{77903FD5-DA93-46F1-AAA9-B03F7DD22791}" type="pres">
      <dgm:prSet presAssocID="{9990433B-9179-441F-AAB3-530BD50F4314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5D46D305-66B4-4C03-93DA-BF0AA856769E}" type="presOf" srcId="{B8666665-4203-4449-B2BF-9C13FABD8395}" destId="{1A5BC40A-9A61-42C2-A5A1-27DDC6ACD772}" srcOrd="0" destOrd="0" presId="urn:microsoft.com/office/officeart/2018/2/layout/IconCircleList"/>
    <dgm:cxn modelId="{CB39AC25-422F-45C7-A836-D932A8C492CA}" srcId="{484D36C9-3CE3-4547-B464-65D776BEB1F0}" destId="{C63CECB4-D34D-402E-9553-FA227DF05822}" srcOrd="4" destOrd="0" parTransId="{A94E95F6-E82F-491E-A45E-A33F506659B5}" sibTransId="{977B3F89-CDD7-40B3-B347-678D02DEFF16}"/>
    <dgm:cxn modelId="{FB5FFF36-2FD6-406A-BBFC-9DA05EECFC4C}" type="presOf" srcId="{C63CECB4-D34D-402E-9553-FA227DF05822}" destId="{8878D824-D181-4278-9AEB-D4EC3A2675ED}" srcOrd="0" destOrd="0" presId="urn:microsoft.com/office/officeart/2018/2/layout/IconCircleList"/>
    <dgm:cxn modelId="{8E8F9C40-AF76-44BF-8A8D-285D80D36A0B}" type="presOf" srcId="{53A8E10B-FBEE-4503-BF1B-6236A2D86C37}" destId="{8AB857C6-5ED8-43B1-89D8-5FFBBA69196D}" srcOrd="0" destOrd="0" presId="urn:microsoft.com/office/officeart/2018/2/layout/IconCircleList"/>
    <dgm:cxn modelId="{398E9643-B34B-4407-986A-DDC1A2375CF4}" srcId="{484D36C9-3CE3-4547-B464-65D776BEB1F0}" destId="{F8DD1D58-DA43-487A-B168-4FF8F4A37EEC}" srcOrd="1" destOrd="0" parTransId="{8D307435-E4A0-4CE5-949F-CA9CE8D0CFEF}" sibTransId="{53A8E10B-FBEE-4503-BF1B-6236A2D86C37}"/>
    <dgm:cxn modelId="{60AEAF64-71DB-4D4D-9BDF-4A1BFBE09135}" srcId="{484D36C9-3CE3-4547-B464-65D776BEB1F0}" destId="{C0C8F009-C045-44CA-8F76-92BB25C7260B}" srcOrd="0" destOrd="0" parTransId="{3911AB32-27A8-4C56-B971-24B6EBC88A51}" sibTransId="{51412135-487C-43A9-A904-DE23E7B128E6}"/>
    <dgm:cxn modelId="{B8D4786D-DF90-45E2-B71E-15234CB4D968}" type="presOf" srcId="{A9D435ED-1514-4882-A793-562BC8A3C0C7}" destId="{7E18F1C8-B312-4016-9399-819659F56FD3}" srcOrd="0" destOrd="0" presId="urn:microsoft.com/office/officeart/2018/2/layout/IconCircleList"/>
    <dgm:cxn modelId="{E2EFE270-3A9B-4019-9DBD-4FF0B09DE6C3}" srcId="{484D36C9-3CE3-4547-B464-65D776BEB1F0}" destId="{9990433B-9179-441F-AAB3-530BD50F4314}" srcOrd="5" destOrd="0" parTransId="{C404FA53-3943-4876-BDB5-A07143B8593F}" sibTransId="{12EE3C9C-539E-4043-9E35-BD25E48A0D08}"/>
    <dgm:cxn modelId="{F9395C7A-E8E9-42AC-8DE4-9BF84A899BCB}" type="presOf" srcId="{C0C8F009-C045-44CA-8F76-92BB25C7260B}" destId="{66FF3003-4B6D-4C47-A36A-61CD3F6942A9}" srcOrd="0" destOrd="0" presId="urn:microsoft.com/office/officeart/2018/2/layout/IconCircleList"/>
    <dgm:cxn modelId="{44772D82-44CE-458C-8D4C-D3FB16FFB158}" type="presOf" srcId="{51412135-487C-43A9-A904-DE23E7B128E6}" destId="{8B08ACDC-3C30-40B6-8553-CAC804B0F241}" srcOrd="0" destOrd="0" presId="urn:microsoft.com/office/officeart/2018/2/layout/IconCircleList"/>
    <dgm:cxn modelId="{D48A438F-1473-417C-A0F5-861823D6B3EB}" type="presOf" srcId="{23D68474-FF1B-421A-AC09-0788B51B7180}" destId="{8364871E-B2C6-40AA-B008-82FCC6438EBE}" srcOrd="0" destOrd="0" presId="urn:microsoft.com/office/officeart/2018/2/layout/IconCircleList"/>
    <dgm:cxn modelId="{13409897-E3BA-4009-82D3-52C2087E2C61}" type="presOf" srcId="{F8DD1D58-DA43-487A-B168-4FF8F4A37EEC}" destId="{5045A961-1766-4DEA-8980-EDFAB049B338}" srcOrd="0" destOrd="0" presId="urn:microsoft.com/office/officeart/2018/2/layout/IconCircleList"/>
    <dgm:cxn modelId="{9C6D3FA2-8567-4344-AEE4-18C668527C39}" type="presOf" srcId="{484D36C9-3CE3-4547-B464-65D776BEB1F0}" destId="{B4BB8E66-F7BB-4CDC-9376-3484C7EE6A3E}" srcOrd="0" destOrd="0" presId="urn:microsoft.com/office/officeart/2018/2/layout/IconCircleList"/>
    <dgm:cxn modelId="{A50C87A4-BAE5-47DE-A94E-95E5269E43C8}" srcId="{484D36C9-3CE3-4547-B464-65D776BEB1F0}" destId="{23D68474-FF1B-421A-AC09-0788B51B7180}" srcOrd="2" destOrd="0" parTransId="{FC3DA169-AB94-4635-82A7-673C4A2EC910}" sibTransId="{B8666665-4203-4449-B2BF-9C13FABD8395}"/>
    <dgm:cxn modelId="{45689ECF-5EF4-4399-8EAD-C3B0ECB47236}" type="presOf" srcId="{9990433B-9179-441F-AAB3-530BD50F4314}" destId="{77903FD5-DA93-46F1-AAA9-B03F7DD22791}" srcOrd="0" destOrd="0" presId="urn:microsoft.com/office/officeart/2018/2/layout/IconCircleList"/>
    <dgm:cxn modelId="{96D48FE5-8ABF-42F2-932A-CA72BFAB4478}" srcId="{484D36C9-3CE3-4547-B464-65D776BEB1F0}" destId="{A9D435ED-1514-4882-A793-562BC8A3C0C7}" srcOrd="3" destOrd="0" parTransId="{2D8CCA59-59C7-4CD0-A261-8295E4C560B2}" sibTransId="{D0F5B77F-1D46-45C5-BBE4-3FC3DA77BC3C}"/>
    <dgm:cxn modelId="{C79881EA-F38D-4E38-9144-219E1DFE6791}" type="presOf" srcId="{977B3F89-CDD7-40B3-B347-678D02DEFF16}" destId="{957A402C-AEB0-440D-97BF-ECC9D01C4A70}" srcOrd="0" destOrd="0" presId="urn:microsoft.com/office/officeart/2018/2/layout/IconCircleList"/>
    <dgm:cxn modelId="{A81CC6ED-D5DF-49EE-AA1F-6A2404D341DB}" type="presOf" srcId="{D0F5B77F-1D46-45C5-BBE4-3FC3DA77BC3C}" destId="{34CAEF1E-1D23-49B5-AA2B-71E336BACB45}" srcOrd="0" destOrd="0" presId="urn:microsoft.com/office/officeart/2018/2/layout/IconCircleList"/>
    <dgm:cxn modelId="{74C150B6-9495-40A0-A382-F21156CA526E}" type="presParOf" srcId="{B4BB8E66-F7BB-4CDC-9376-3484C7EE6A3E}" destId="{3815B8BF-A099-43CF-8C42-0DC9DA06D571}" srcOrd="0" destOrd="0" presId="urn:microsoft.com/office/officeart/2018/2/layout/IconCircleList"/>
    <dgm:cxn modelId="{E67B5237-BAB6-4C3B-831A-6366CCD07530}" type="presParOf" srcId="{3815B8BF-A099-43CF-8C42-0DC9DA06D571}" destId="{CA151686-D53C-4DAB-8683-809EAC2CCB9C}" srcOrd="0" destOrd="0" presId="urn:microsoft.com/office/officeart/2018/2/layout/IconCircleList"/>
    <dgm:cxn modelId="{34F5BE43-7C34-424C-A2E1-3891DFCC24B8}" type="presParOf" srcId="{CA151686-D53C-4DAB-8683-809EAC2CCB9C}" destId="{28433ACE-34FD-4A2E-B80A-712C2E65E452}" srcOrd="0" destOrd="0" presId="urn:microsoft.com/office/officeart/2018/2/layout/IconCircleList"/>
    <dgm:cxn modelId="{F3732EAA-120B-4329-B37D-1F9A57176B87}" type="presParOf" srcId="{CA151686-D53C-4DAB-8683-809EAC2CCB9C}" destId="{B45F7D74-0026-454E-939F-E71217784570}" srcOrd="1" destOrd="0" presId="urn:microsoft.com/office/officeart/2018/2/layout/IconCircleList"/>
    <dgm:cxn modelId="{655DAB06-78E5-439A-8963-54FD691FB129}" type="presParOf" srcId="{CA151686-D53C-4DAB-8683-809EAC2CCB9C}" destId="{AE711F8C-1F94-4FB7-B605-8BFFD268360F}" srcOrd="2" destOrd="0" presId="urn:microsoft.com/office/officeart/2018/2/layout/IconCircleList"/>
    <dgm:cxn modelId="{48C5A8CF-CB68-4097-8DEE-89528035EDFF}" type="presParOf" srcId="{CA151686-D53C-4DAB-8683-809EAC2CCB9C}" destId="{66FF3003-4B6D-4C47-A36A-61CD3F6942A9}" srcOrd="3" destOrd="0" presId="urn:microsoft.com/office/officeart/2018/2/layout/IconCircleList"/>
    <dgm:cxn modelId="{D2588B96-53FB-4B78-8B42-BF87A2636380}" type="presParOf" srcId="{3815B8BF-A099-43CF-8C42-0DC9DA06D571}" destId="{8B08ACDC-3C30-40B6-8553-CAC804B0F241}" srcOrd="1" destOrd="0" presId="urn:microsoft.com/office/officeart/2018/2/layout/IconCircleList"/>
    <dgm:cxn modelId="{5E54F6AC-09FC-4C75-8914-5271DDD2E693}" type="presParOf" srcId="{3815B8BF-A099-43CF-8C42-0DC9DA06D571}" destId="{F68E8261-5F54-41CB-82B0-53CC24F0E742}" srcOrd="2" destOrd="0" presId="urn:microsoft.com/office/officeart/2018/2/layout/IconCircleList"/>
    <dgm:cxn modelId="{287D8C9B-4819-4BB7-B1C0-C8E998874592}" type="presParOf" srcId="{F68E8261-5F54-41CB-82B0-53CC24F0E742}" destId="{BA99AE94-F50A-426E-97BA-5506C0B855E5}" srcOrd="0" destOrd="0" presId="urn:microsoft.com/office/officeart/2018/2/layout/IconCircleList"/>
    <dgm:cxn modelId="{1A8BB9BC-3A18-4A4C-A736-BD47F58BF695}" type="presParOf" srcId="{F68E8261-5F54-41CB-82B0-53CC24F0E742}" destId="{1A5D4A11-7717-48B8-8E07-3A8FD44D9C34}" srcOrd="1" destOrd="0" presId="urn:microsoft.com/office/officeart/2018/2/layout/IconCircleList"/>
    <dgm:cxn modelId="{476CA558-6887-431E-B15E-389890FFC184}" type="presParOf" srcId="{F68E8261-5F54-41CB-82B0-53CC24F0E742}" destId="{9E14BC1B-06E2-4EC2-AB3D-E1EED9ADAF49}" srcOrd="2" destOrd="0" presId="urn:microsoft.com/office/officeart/2018/2/layout/IconCircleList"/>
    <dgm:cxn modelId="{EF3F70C9-F454-4EDE-A4EF-07B95A1736EE}" type="presParOf" srcId="{F68E8261-5F54-41CB-82B0-53CC24F0E742}" destId="{5045A961-1766-4DEA-8980-EDFAB049B338}" srcOrd="3" destOrd="0" presId="urn:microsoft.com/office/officeart/2018/2/layout/IconCircleList"/>
    <dgm:cxn modelId="{6ACCB094-4833-4A20-BD21-1CAA1610AFC3}" type="presParOf" srcId="{3815B8BF-A099-43CF-8C42-0DC9DA06D571}" destId="{8AB857C6-5ED8-43B1-89D8-5FFBBA69196D}" srcOrd="3" destOrd="0" presId="urn:microsoft.com/office/officeart/2018/2/layout/IconCircleList"/>
    <dgm:cxn modelId="{42E961DE-E732-4448-90A9-8A140524B71B}" type="presParOf" srcId="{3815B8BF-A099-43CF-8C42-0DC9DA06D571}" destId="{2DB22D0C-F168-4866-84F0-1D74FB51D06B}" srcOrd="4" destOrd="0" presId="urn:microsoft.com/office/officeart/2018/2/layout/IconCircleList"/>
    <dgm:cxn modelId="{F5CE8F6B-5541-45DE-B0A6-7FCC724F90C2}" type="presParOf" srcId="{2DB22D0C-F168-4866-84F0-1D74FB51D06B}" destId="{6FEABD65-72B0-4E3D-BD84-FD30D3142BE6}" srcOrd="0" destOrd="0" presId="urn:microsoft.com/office/officeart/2018/2/layout/IconCircleList"/>
    <dgm:cxn modelId="{089A76A0-C029-4172-8BD3-CDC8406A2656}" type="presParOf" srcId="{2DB22D0C-F168-4866-84F0-1D74FB51D06B}" destId="{699AD804-F14B-43C8-B3D4-86E091B1E392}" srcOrd="1" destOrd="0" presId="urn:microsoft.com/office/officeart/2018/2/layout/IconCircleList"/>
    <dgm:cxn modelId="{52D42861-4219-4EA7-B4CC-50946DBFC532}" type="presParOf" srcId="{2DB22D0C-F168-4866-84F0-1D74FB51D06B}" destId="{EBEF7928-990C-4DA8-84A2-C816623F172B}" srcOrd="2" destOrd="0" presId="urn:microsoft.com/office/officeart/2018/2/layout/IconCircleList"/>
    <dgm:cxn modelId="{F9EEEE88-C24E-4EAE-B35C-E70157A7DC99}" type="presParOf" srcId="{2DB22D0C-F168-4866-84F0-1D74FB51D06B}" destId="{8364871E-B2C6-40AA-B008-82FCC6438EBE}" srcOrd="3" destOrd="0" presId="urn:microsoft.com/office/officeart/2018/2/layout/IconCircleList"/>
    <dgm:cxn modelId="{34DAA86A-C53D-4CDD-BA44-B51E10CD3A03}" type="presParOf" srcId="{3815B8BF-A099-43CF-8C42-0DC9DA06D571}" destId="{1A5BC40A-9A61-42C2-A5A1-27DDC6ACD772}" srcOrd="5" destOrd="0" presId="urn:microsoft.com/office/officeart/2018/2/layout/IconCircleList"/>
    <dgm:cxn modelId="{DD88E4D0-845C-431A-A9DA-E5EBA8C89C6C}" type="presParOf" srcId="{3815B8BF-A099-43CF-8C42-0DC9DA06D571}" destId="{1520FAAD-90BC-45E6-B43B-CA2028C25731}" srcOrd="6" destOrd="0" presId="urn:microsoft.com/office/officeart/2018/2/layout/IconCircleList"/>
    <dgm:cxn modelId="{D5A2131B-7B50-4FF8-87F3-F27AE7BA9C70}" type="presParOf" srcId="{1520FAAD-90BC-45E6-B43B-CA2028C25731}" destId="{658E68AD-A547-4A6B-9091-A5D0B523D75C}" srcOrd="0" destOrd="0" presId="urn:microsoft.com/office/officeart/2018/2/layout/IconCircleList"/>
    <dgm:cxn modelId="{51BB98E8-624A-4F8A-8964-8193EE2BAD22}" type="presParOf" srcId="{1520FAAD-90BC-45E6-B43B-CA2028C25731}" destId="{C63334C6-78CE-4610-B905-BB856BC79EC5}" srcOrd="1" destOrd="0" presId="urn:microsoft.com/office/officeart/2018/2/layout/IconCircleList"/>
    <dgm:cxn modelId="{94ABD2E9-D698-44A6-AEA9-048DBC5C2996}" type="presParOf" srcId="{1520FAAD-90BC-45E6-B43B-CA2028C25731}" destId="{B67C782C-08A7-40F3-BDD1-8EB3B7A95E1F}" srcOrd="2" destOrd="0" presId="urn:microsoft.com/office/officeart/2018/2/layout/IconCircleList"/>
    <dgm:cxn modelId="{245D6F01-6032-407F-A690-903BF33A84F5}" type="presParOf" srcId="{1520FAAD-90BC-45E6-B43B-CA2028C25731}" destId="{7E18F1C8-B312-4016-9399-819659F56FD3}" srcOrd="3" destOrd="0" presId="urn:microsoft.com/office/officeart/2018/2/layout/IconCircleList"/>
    <dgm:cxn modelId="{D788E1D2-AB09-47A8-8D08-E62754E8DE1F}" type="presParOf" srcId="{3815B8BF-A099-43CF-8C42-0DC9DA06D571}" destId="{34CAEF1E-1D23-49B5-AA2B-71E336BACB45}" srcOrd="7" destOrd="0" presId="urn:microsoft.com/office/officeart/2018/2/layout/IconCircleList"/>
    <dgm:cxn modelId="{F83C3FE5-E186-41B7-AC17-8FB43126E205}" type="presParOf" srcId="{3815B8BF-A099-43CF-8C42-0DC9DA06D571}" destId="{EFEA46D4-AB77-46CB-B1A8-DAC7F6C932CC}" srcOrd="8" destOrd="0" presId="urn:microsoft.com/office/officeart/2018/2/layout/IconCircleList"/>
    <dgm:cxn modelId="{3DF302C5-8842-4B98-B062-4827B4F3A213}" type="presParOf" srcId="{EFEA46D4-AB77-46CB-B1A8-DAC7F6C932CC}" destId="{AB7958EA-1AD7-4B7D-84F9-B515C090FA09}" srcOrd="0" destOrd="0" presId="urn:microsoft.com/office/officeart/2018/2/layout/IconCircleList"/>
    <dgm:cxn modelId="{C8C61430-9CD1-481D-AE6B-F9EF0B6D3DA0}" type="presParOf" srcId="{EFEA46D4-AB77-46CB-B1A8-DAC7F6C932CC}" destId="{6828B32F-E4F8-4CF8-81F6-223421B58789}" srcOrd="1" destOrd="0" presId="urn:microsoft.com/office/officeart/2018/2/layout/IconCircleList"/>
    <dgm:cxn modelId="{5E863D46-B057-4AAC-899F-446DEE7EDA82}" type="presParOf" srcId="{EFEA46D4-AB77-46CB-B1A8-DAC7F6C932CC}" destId="{5FE63D10-58A2-4AC0-983E-09288BD13FB9}" srcOrd="2" destOrd="0" presId="urn:microsoft.com/office/officeart/2018/2/layout/IconCircleList"/>
    <dgm:cxn modelId="{89B5C06F-DCB1-4371-820F-789402AC1EF3}" type="presParOf" srcId="{EFEA46D4-AB77-46CB-B1A8-DAC7F6C932CC}" destId="{8878D824-D181-4278-9AEB-D4EC3A2675ED}" srcOrd="3" destOrd="0" presId="urn:microsoft.com/office/officeart/2018/2/layout/IconCircleList"/>
    <dgm:cxn modelId="{2B5D7B88-E4DF-45CB-863D-18D2C715B738}" type="presParOf" srcId="{3815B8BF-A099-43CF-8C42-0DC9DA06D571}" destId="{957A402C-AEB0-440D-97BF-ECC9D01C4A70}" srcOrd="9" destOrd="0" presId="urn:microsoft.com/office/officeart/2018/2/layout/IconCircleList"/>
    <dgm:cxn modelId="{77C3383D-A2D9-4234-B56F-743F748E975A}" type="presParOf" srcId="{3815B8BF-A099-43CF-8C42-0DC9DA06D571}" destId="{3A989D62-1A80-4198-8F28-2DFD7E0BBA17}" srcOrd="10" destOrd="0" presId="urn:microsoft.com/office/officeart/2018/2/layout/IconCircleList"/>
    <dgm:cxn modelId="{581DF058-972A-47E9-AFCB-EBDE6CE209AF}" type="presParOf" srcId="{3A989D62-1A80-4198-8F28-2DFD7E0BBA17}" destId="{2BE7FF31-4761-40FA-B38B-D44195BAB5C9}" srcOrd="0" destOrd="0" presId="urn:microsoft.com/office/officeart/2018/2/layout/IconCircleList"/>
    <dgm:cxn modelId="{B12EBE51-F9AB-4BD2-9CBA-05F98D9B446A}" type="presParOf" srcId="{3A989D62-1A80-4198-8F28-2DFD7E0BBA17}" destId="{EE4919F1-31A6-4734-AF41-3F5D3CCA9B19}" srcOrd="1" destOrd="0" presId="urn:microsoft.com/office/officeart/2018/2/layout/IconCircleList"/>
    <dgm:cxn modelId="{5AC20444-4AA9-4E20-AC3D-87CEF97E3F71}" type="presParOf" srcId="{3A989D62-1A80-4198-8F28-2DFD7E0BBA17}" destId="{DFF22B6C-77C3-4099-9A79-0BA68662B233}" srcOrd="2" destOrd="0" presId="urn:microsoft.com/office/officeart/2018/2/layout/IconCircleList"/>
    <dgm:cxn modelId="{7BE64651-0371-4AD4-819B-63B4BB537B97}" type="presParOf" srcId="{3A989D62-1A80-4198-8F28-2DFD7E0BBA17}" destId="{77903FD5-DA93-46F1-AAA9-B03F7DD22791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F1FC366-9F02-49E7-966F-5E428A88B8C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6D416D6-8257-427F-AC93-E34034B68C3E}">
      <dgm:prSet/>
      <dgm:spPr/>
      <dgm:t>
        <a:bodyPr/>
        <a:lstStyle/>
        <a:p>
          <a:r>
            <a:rPr lang="tr-TR"/>
            <a:t>•Point, LineString ve Polygon geometrileri	</a:t>
          </a:r>
          <a:endParaRPr lang="en-US"/>
        </a:p>
      </dgm:t>
    </dgm:pt>
    <dgm:pt modelId="{8E8E0282-F1F4-4386-AD64-A303037F6033}" type="parTrans" cxnId="{62763903-EF81-4482-BF84-9B4F1E28017A}">
      <dgm:prSet/>
      <dgm:spPr/>
      <dgm:t>
        <a:bodyPr/>
        <a:lstStyle/>
        <a:p>
          <a:endParaRPr lang="en-US"/>
        </a:p>
      </dgm:t>
    </dgm:pt>
    <dgm:pt modelId="{95429694-AFE9-48FC-8F46-B9CC0ABC75B1}" type="sibTrans" cxnId="{62763903-EF81-4482-BF84-9B4F1E28017A}">
      <dgm:prSet/>
      <dgm:spPr/>
      <dgm:t>
        <a:bodyPr/>
        <a:lstStyle/>
        <a:p>
          <a:endParaRPr lang="en-US"/>
        </a:p>
      </dgm:t>
    </dgm:pt>
    <dgm:pt modelId="{1CB16110-2D32-4029-A8F5-5A761EF14AFA}">
      <dgm:prSet/>
      <dgm:spPr/>
      <dgm:t>
        <a:bodyPr/>
        <a:lstStyle/>
        <a:p>
          <a:r>
            <a:rPr lang="tr-TR"/>
            <a:t>•PostGIS mekânsal veri altyapısı</a:t>
          </a:r>
          <a:endParaRPr lang="en-US"/>
        </a:p>
      </dgm:t>
    </dgm:pt>
    <dgm:pt modelId="{865E290A-D698-4E69-B2AB-5538FBB36E30}" type="parTrans" cxnId="{43E86DFE-304F-4457-997E-9E5E308E8697}">
      <dgm:prSet/>
      <dgm:spPr/>
      <dgm:t>
        <a:bodyPr/>
        <a:lstStyle/>
        <a:p>
          <a:endParaRPr lang="en-US"/>
        </a:p>
      </dgm:t>
    </dgm:pt>
    <dgm:pt modelId="{97119AC4-09BF-454C-8091-9CB04A1F7B6A}" type="sibTrans" cxnId="{43E86DFE-304F-4457-997E-9E5E308E8697}">
      <dgm:prSet/>
      <dgm:spPr/>
      <dgm:t>
        <a:bodyPr/>
        <a:lstStyle/>
        <a:p>
          <a:endParaRPr lang="en-US"/>
        </a:p>
      </dgm:t>
    </dgm:pt>
    <dgm:pt modelId="{30E2992E-3648-4984-BB62-4E9CB644AEDC}">
      <dgm:prSet/>
      <dgm:spPr/>
      <dgm:t>
        <a:bodyPr/>
        <a:lstStyle/>
        <a:p>
          <a:r>
            <a:rPr lang="tr-TR"/>
            <a:t>•GIST indeksler ile hızlı sorgular</a:t>
          </a:r>
          <a:endParaRPr lang="en-US"/>
        </a:p>
      </dgm:t>
    </dgm:pt>
    <dgm:pt modelId="{1C535ACB-37C7-4B01-A75B-35664F34CED3}" type="parTrans" cxnId="{E3F46AE4-38A4-42CA-8158-8BCEFE737419}">
      <dgm:prSet/>
      <dgm:spPr/>
      <dgm:t>
        <a:bodyPr/>
        <a:lstStyle/>
        <a:p>
          <a:endParaRPr lang="en-US"/>
        </a:p>
      </dgm:t>
    </dgm:pt>
    <dgm:pt modelId="{0551D3D3-7378-44E4-8600-20D8216CBA27}" type="sibTrans" cxnId="{E3F46AE4-38A4-42CA-8158-8BCEFE737419}">
      <dgm:prSet/>
      <dgm:spPr/>
      <dgm:t>
        <a:bodyPr/>
        <a:lstStyle/>
        <a:p>
          <a:endParaRPr lang="en-US"/>
        </a:p>
      </dgm:t>
    </dgm:pt>
    <dgm:pt modelId="{95A449DD-7713-4EA8-A2A6-863E7ECA1AEA}">
      <dgm:prSet/>
      <dgm:spPr/>
      <dgm:t>
        <a:bodyPr/>
        <a:lstStyle/>
        <a:p>
          <a:r>
            <a:rPr lang="tr-TR"/>
            <a:t>•Optimize edilmiş harita performansı	</a:t>
          </a:r>
          <a:endParaRPr lang="en-US"/>
        </a:p>
      </dgm:t>
    </dgm:pt>
    <dgm:pt modelId="{9FAF286E-FC96-4380-ADB4-A780D34BD5C1}" type="parTrans" cxnId="{DF534AA2-5BCA-4DF5-BB03-8FBB9B58839B}">
      <dgm:prSet/>
      <dgm:spPr/>
      <dgm:t>
        <a:bodyPr/>
        <a:lstStyle/>
        <a:p>
          <a:endParaRPr lang="en-US"/>
        </a:p>
      </dgm:t>
    </dgm:pt>
    <dgm:pt modelId="{187EE700-4300-4B42-AE61-2FE553F260B2}" type="sibTrans" cxnId="{DF534AA2-5BCA-4DF5-BB03-8FBB9B58839B}">
      <dgm:prSet/>
      <dgm:spPr/>
      <dgm:t>
        <a:bodyPr/>
        <a:lstStyle/>
        <a:p>
          <a:endParaRPr lang="en-US"/>
        </a:p>
      </dgm:t>
    </dgm:pt>
    <dgm:pt modelId="{A7E3713E-3EAC-44E7-97CB-70625D2E7DB8}">
      <dgm:prSet/>
      <dgm:spPr/>
      <dgm:t>
        <a:bodyPr/>
        <a:lstStyle/>
        <a:p>
          <a:r>
            <a:rPr lang="tr-TR"/>
            <a:t>•Yoğun kullanım senaryolarına uygun yapı</a:t>
          </a:r>
          <a:endParaRPr lang="en-US"/>
        </a:p>
      </dgm:t>
    </dgm:pt>
    <dgm:pt modelId="{323172E5-8FB1-441E-A4F3-B49E642B4583}" type="parTrans" cxnId="{F8C9CF5D-1F07-4514-8FF7-5EE16C7757AE}">
      <dgm:prSet/>
      <dgm:spPr/>
      <dgm:t>
        <a:bodyPr/>
        <a:lstStyle/>
        <a:p>
          <a:endParaRPr lang="en-US"/>
        </a:p>
      </dgm:t>
    </dgm:pt>
    <dgm:pt modelId="{A18E78FC-F5C5-4886-84B3-E5D31B9FE8E7}" type="sibTrans" cxnId="{F8C9CF5D-1F07-4514-8FF7-5EE16C7757AE}">
      <dgm:prSet/>
      <dgm:spPr/>
      <dgm:t>
        <a:bodyPr/>
        <a:lstStyle/>
        <a:p>
          <a:endParaRPr lang="en-US"/>
        </a:p>
      </dgm:t>
    </dgm:pt>
    <dgm:pt modelId="{D310CB97-734B-40B3-975B-FF3FB5646AA8}" type="pres">
      <dgm:prSet presAssocID="{0F1FC366-9F02-49E7-966F-5E428A88B8C0}" presName="linear" presStyleCnt="0">
        <dgm:presLayoutVars>
          <dgm:animLvl val="lvl"/>
          <dgm:resizeHandles val="exact"/>
        </dgm:presLayoutVars>
      </dgm:prSet>
      <dgm:spPr/>
    </dgm:pt>
    <dgm:pt modelId="{9D8FE039-8845-4489-97DD-3C7B91607D32}" type="pres">
      <dgm:prSet presAssocID="{86D416D6-8257-427F-AC93-E34034B68C3E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9BD27661-B5DC-4B93-962F-0C2A9CD51346}" type="pres">
      <dgm:prSet presAssocID="{95429694-AFE9-48FC-8F46-B9CC0ABC75B1}" presName="spacer" presStyleCnt="0"/>
      <dgm:spPr/>
    </dgm:pt>
    <dgm:pt modelId="{9587B8BC-A3BB-45C0-B33E-53ABD59EEF94}" type="pres">
      <dgm:prSet presAssocID="{1CB16110-2D32-4029-A8F5-5A761EF14AFA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CFD4455-31F2-4CAB-ADF2-3CCFE0D74A6D}" type="pres">
      <dgm:prSet presAssocID="{97119AC4-09BF-454C-8091-9CB04A1F7B6A}" presName="spacer" presStyleCnt="0"/>
      <dgm:spPr/>
    </dgm:pt>
    <dgm:pt modelId="{A98BF9BF-A38D-4570-A8DA-D9892B8EA72D}" type="pres">
      <dgm:prSet presAssocID="{30E2992E-3648-4984-BB62-4E9CB644AEDC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1341579-4F52-47B9-B499-26DF38570540}" type="pres">
      <dgm:prSet presAssocID="{0551D3D3-7378-44E4-8600-20D8216CBA27}" presName="spacer" presStyleCnt="0"/>
      <dgm:spPr/>
    </dgm:pt>
    <dgm:pt modelId="{6A61BE63-FC36-4939-A65E-E774D119D83C}" type="pres">
      <dgm:prSet presAssocID="{95A449DD-7713-4EA8-A2A6-863E7ECA1AE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A8C814B5-7946-4502-86A6-579A244AA586}" type="pres">
      <dgm:prSet presAssocID="{187EE700-4300-4B42-AE61-2FE553F260B2}" presName="spacer" presStyleCnt="0"/>
      <dgm:spPr/>
    </dgm:pt>
    <dgm:pt modelId="{22AFE822-2B60-467A-B745-394871EF7684}" type="pres">
      <dgm:prSet presAssocID="{A7E3713E-3EAC-44E7-97CB-70625D2E7DB8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62763903-EF81-4482-BF84-9B4F1E28017A}" srcId="{0F1FC366-9F02-49E7-966F-5E428A88B8C0}" destId="{86D416D6-8257-427F-AC93-E34034B68C3E}" srcOrd="0" destOrd="0" parTransId="{8E8E0282-F1F4-4386-AD64-A303037F6033}" sibTransId="{95429694-AFE9-48FC-8F46-B9CC0ABC75B1}"/>
    <dgm:cxn modelId="{44131628-1D69-4320-8925-2C396A8AD439}" type="presOf" srcId="{A7E3713E-3EAC-44E7-97CB-70625D2E7DB8}" destId="{22AFE822-2B60-467A-B745-394871EF7684}" srcOrd="0" destOrd="0" presId="urn:microsoft.com/office/officeart/2005/8/layout/vList2"/>
    <dgm:cxn modelId="{37885531-4E04-4759-BD21-4EF288A997DA}" type="presOf" srcId="{1CB16110-2D32-4029-A8F5-5A761EF14AFA}" destId="{9587B8BC-A3BB-45C0-B33E-53ABD59EEF94}" srcOrd="0" destOrd="0" presId="urn:microsoft.com/office/officeart/2005/8/layout/vList2"/>
    <dgm:cxn modelId="{F8C9CF5D-1F07-4514-8FF7-5EE16C7757AE}" srcId="{0F1FC366-9F02-49E7-966F-5E428A88B8C0}" destId="{A7E3713E-3EAC-44E7-97CB-70625D2E7DB8}" srcOrd="4" destOrd="0" parTransId="{323172E5-8FB1-441E-A4F3-B49E642B4583}" sibTransId="{A18E78FC-F5C5-4886-84B3-E5D31B9FE8E7}"/>
    <dgm:cxn modelId="{F682AC45-E5AB-4D21-A585-18645DE03AD4}" type="presOf" srcId="{86D416D6-8257-427F-AC93-E34034B68C3E}" destId="{9D8FE039-8845-4489-97DD-3C7B91607D32}" srcOrd="0" destOrd="0" presId="urn:microsoft.com/office/officeart/2005/8/layout/vList2"/>
    <dgm:cxn modelId="{949DEE4D-9BC8-427F-8524-8B1F9F2F95F7}" type="presOf" srcId="{0F1FC366-9F02-49E7-966F-5E428A88B8C0}" destId="{D310CB97-734B-40B3-975B-FF3FB5646AA8}" srcOrd="0" destOrd="0" presId="urn:microsoft.com/office/officeart/2005/8/layout/vList2"/>
    <dgm:cxn modelId="{FA5B168E-8803-4D62-A3B1-CBB0B4A0AC5D}" type="presOf" srcId="{95A449DD-7713-4EA8-A2A6-863E7ECA1AEA}" destId="{6A61BE63-FC36-4939-A65E-E774D119D83C}" srcOrd="0" destOrd="0" presId="urn:microsoft.com/office/officeart/2005/8/layout/vList2"/>
    <dgm:cxn modelId="{DF534AA2-5BCA-4DF5-BB03-8FBB9B58839B}" srcId="{0F1FC366-9F02-49E7-966F-5E428A88B8C0}" destId="{95A449DD-7713-4EA8-A2A6-863E7ECA1AEA}" srcOrd="3" destOrd="0" parTransId="{9FAF286E-FC96-4380-ADB4-A780D34BD5C1}" sibTransId="{187EE700-4300-4B42-AE61-2FE553F260B2}"/>
    <dgm:cxn modelId="{E3F46AE4-38A4-42CA-8158-8BCEFE737419}" srcId="{0F1FC366-9F02-49E7-966F-5E428A88B8C0}" destId="{30E2992E-3648-4984-BB62-4E9CB644AEDC}" srcOrd="2" destOrd="0" parTransId="{1C535ACB-37C7-4B01-A75B-35664F34CED3}" sibTransId="{0551D3D3-7378-44E4-8600-20D8216CBA27}"/>
    <dgm:cxn modelId="{B41C7DE6-54E9-4276-8FA2-E18BA50FEFCE}" type="presOf" srcId="{30E2992E-3648-4984-BB62-4E9CB644AEDC}" destId="{A98BF9BF-A38D-4570-A8DA-D9892B8EA72D}" srcOrd="0" destOrd="0" presId="urn:microsoft.com/office/officeart/2005/8/layout/vList2"/>
    <dgm:cxn modelId="{43E86DFE-304F-4457-997E-9E5E308E8697}" srcId="{0F1FC366-9F02-49E7-966F-5E428A88B8C0}" destId="{1CB16110-2D32-4029-A8F5-5A761EF14AFA}" srcOrd="1" destOrd="0" parTransId="{865E290A-D698-4E69-B2AB-5538FBB36E30}" sibTransId="{97119AC4-09BF-454C-8091-9CB04A1F7B6A}"/>
    <dgm:cxn modelId="{86A02476-BF85-4143-9A31-D4DBD48F1115}" type="presParOf" srcId="{D310CB97-734B-40B3-975B-FF3FB5646AA8}" destId="{9D8FE039-8845-4489-97DD-3C7B91607D32}" srcOrd="0" destOrd="0" presId="urn:microsoft.com/office/officeart/2005/8/layout/vList2"/>
    <dgm:cxn modelId="{459C5BB9-B3F8-4BC8-9094-46EBDF50CB43}" type="presParOf" srcId="{D310CB97-734B-40B3-975B-FF3FB5646AA8}" destId="{9BD27661-B5DC-4B93-962F-0C2A9CD51346}" srcOrd="1" destOrd="0" presId="urn:microsoft.com/office/officeart/2005/8/layout/vList2"/>
    <dgm:cxn modelId="{CC628A82-EBE6-4228-9A68-82AA73B70C21}" type="presParOf" srcId="{D310CB97-734B-40B3-975B-FF3FB5646AA8}" destId="{9587B8BC-A3BB-45C0-B33E-53ABD59EEF94}" srcOrd="2" destOrd="0" presId="urn:microsoft.com/office/officeart/2005/8/layout/vList2"/>
    <dgm:cxn modelId="{786601E3-70A1-4C86-912E-92D7D47C9344}" type="presParOf" srcId="{D310CB97-734B-40B3-975B-FF3FB5646AA8}" destId="{7CFD4455-31F2-4CAB-ADF2-3CCFE0D74A6D}" srcOrd="3" destOrd="0" presId="urn:microsoft.com/office/officeart/2005/8/layout/vList2"/>
    <dgm:cxn modelId="{FBE74777-E4D8-467B-A50C-5D3EE8DB2D60}" type="presParOf" srcId="{D310CB97-734B-40B3-975B-FF3FB5646AA8}" destId="{A98BF9BF-A38D-4570-A8DA-D9892B8EA72D}" srcOrd="4" destOrd="0" presId="urn:microsoft.com/office/officeart/2005/8/layout/vList2"/>
    <dgm:cxn modelId="{431A69AF-FCF6-42C9-AC12-8CBFE35D6154}" type="presParOf" srcId="{D310CB97-734B-40B3-975B-FF3FB5646AA8}" destId="{E1341579-4F52-47B9-B499-26DF38570540}" srcOrd="5" destOrd="0" presId="urn:microsoft.com/office/officeart/2005/8/layout/vList2"/>
    <dgm:cxn modelId="{B79D75A3-FE52-4A52-980C-9C4A2AD449B9}" type="presParOf" srcId="{D310CB97-734B-40B3-975B-FF3FB5646AA8}" destId="{6A61BE63-FC36-4939-A65E-E774D119D83C}" srcOrd="6" destOrd="0" presId="urn:microsoft.com/office/officeart/2005/8/layout/vList2"/>
    <dgm:cxn modelId="{F08FA5E8-DA8A-4F8D-8FEE-BC01CEB9D74F}" type="presParOf" srcId="{D310CB97-734B-40B3-975B-FF3FB5646AA8}" destId="{A8C814B5-7946-4502-86A6-579A244AA586}" srcOrd="7" destOrd="0" presId="urn:microsoft.com/office/officeart/2005/8/layout/vList2"/>
    <dgm:cxn modelId="{D0453703-9C3E-4120-AC29-124E5DEE4BC3}" type="presParOf" srcId="{D310CB97-734B-40B3-975B-FF3FB5646AA8}" destId="{22AFE822-2B60-467A-B745-394871EF7684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7691F13-1990-44F2-AE3A-B59E92DA025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63639FB-FA51-4AB8-B167-026F242F116F}">
      <dgm:prSet/>
      <dgm:spPr/>
      <dgm:t>
        <a:bodyPr/>
        <a:lstStyle/>
        <a:p>
          <a:r>
            <a:rPr lang="tr-TR"/>
            <a:t>•AWS üzerinde deployment	</a:t>
          </a:r>
          <a:endParaRPr lang="en-US"/>
        </a:p>
      </dgm:t>
    </dgm:pt>
    <dgm:pt modelId="{CAFE4B5D-97E6-4A71-A84C-CEFD3A4603F9}" type="parTrans" cxnId="{AE44E512-0AD1-4C47-82C7-39596069BCAF}">
      <dgm:prSet/>
      <dgm:spPr/>
      <dgm:t>
        <a:bodyPr/>
        <a:lstStyle/>
        <a:p>
          <a:endParaRPr lang="en-US"/>
        </a:p>
      </dgm:t>
    </dgm:pt>
    <dgm:pt modelId="{A0A18318-6BEE-46E4-95A0-DDA9A3E6EF45}" type="sibTrans" cxnId="{AE44E512-0AD1-4C47-82C7-39596069BCAF}">
      <dgm:prSet/>
      <dgm:spPr/>
      <dgm:t>
        <a:bodyPr/>
        <a:lstStyle/>
        <a:p>
          <a:endParaRPr lang="en-US"/>
        </a:p>
      </dgm:t>
    </dgm:pt>
    <dgm:pt modelId="{6157482C-E7E7-4BF4-BC1E-6AAB13F32316}">
      <dgm:prSet/>
      <dgm:spPr/>
      <dgm:t>
        <a:bodyPr/>
        <a:lstStyle/>
        <a:p>
          <a:r>
            <a:rPr lang="tr-TR"/>
            <a:t>•Production ortamına uygun yapılandırma</a:t>
          </a:r>
          <a:endParaRPr lang="en-US"/>
        </a:p>
      </dgm:t>
    </dgm:pt>
    <dgm:pt modelId="{6D9E672A-A041-43C5-8002-CA092B167825}" type="parTrans" cxnId="{0527C9FE-0E59-456D-88A7-D5391DC8E475}">
      <dgm:prSet/>
      <dgm:spPr/>
      <dgm:t>
        <a:bodyPr/>
        <a:lstStyle/>
        <a:p>
          <a:endParaRPr lang="en-US"/>
        </a:p>
      </dgm:t>
    </dgm:pt>
    <dgm:pt modelId="{138550C4-15D8-475F-9519-4843593F87C1}" type="sibTrans" cxnId="{0527C9FE-0E59-456D-88A7-D5391DC8E475}">
      <dgm:prSet/>
      <dgm:spPr/>
      <dgm:t>
        <a:bodyPr/>
        <a:lstStyle/>
        <a:p>
          <a:endParaRPr lang="en-US"/>
        </a:p>
      </dgm:t>
    </dgm:pt>
    <dgm:pt modelId="{0F2E15EF-AF0A-4542-96E1-EAA4FDB41156}">
      <dgm:prSet/>
      <dgm:spPr/>
      <dgm:t>
        <a:bodyPr/>
        <a:lstStyle/>
        <a:p>
          <a:r>
            <a:rPr lang="tr-TR"/>
            <a:t>•Ders gereksinimlerinin tamamı karşılandı	</a:t>
          </a:r>
          <a:endParaRPr lang="en-US"/>
        </a:p>
      </dgm:t>
    </dgm:pt>
    <dgm:pt modelId="{32A4BD1A-3412-4CB5-BFA5-241E511AD127}" type="parTrans" cxnId="{4D85A8C3-BA0E-471F-B861-6595C08E09A5}">
      <dgm:prSet/>
      <dgm:spPr/>
      <dgm:t>
        <a:bodyPr/>
        <a:lstStyle/>
        <a:p>
          <a:endParaRPr lang="en-US"/>
        </a:p>
      </dgm:t>
    </dgm:pt>
    <dgm:pt modelId="{4665229A-2ABB-4025-8158-F10EB25C699E}" type="sibTrans" cxnId="{4D85A8C3-BA0E-471F-B861-6595C08E09A5}">
      <dgm:prSet/>
      <dgm:spPr/>
      <dgm:t>
        <a:bodyPr/>
        <a:lstStyle/>
        <a:p>
          <a:endParaRPr lang="en-US"/>
        </a:p>
      </dgm:t>
    </dgm:pt>
    <dgm:pt modelId="{B104E452-0A18-427D-8D76-ED4FDA5E4E57}">
      <dgm:prSet/>
      <dgm:spPr/>
      <dgm:t>
        <a:bodyPr/>
        <a:lstStyle/>
        <a:p>
          <a:r>
            <a:rPr lang="tr-TR"/>
            <a:t>•Güvenli ve ölçeklenebilir sistem</a:t>
          </a:r>
          <a:endParaRPr lang="en-US"/>
        </a:p>
      </dgm:t>
    </dgm:pt>
    <dgm:pt modelId="{88C1D001-FB6F-44B0-8670-36AA7E971BA8}" type="parTrans" cxnId="{83FD55D5-0900-45CC-8C8B-1245B39160BA}">
      <dgm:prSet/>
      <dgm:spPr/>
      <dgm:t>
        <a:bodyPr/>
        <a:lstStyle/>
        <a:p>
          <a:endParaRPr lang="en-US"/>
        </a:p>
      </dgm:t>
    </dgm:pt>
    <dgm:pt modelId="{DC57D525-7D78-47E7-BCC6-A333AFBCAD2E}" type="sibTrans" cxnId="{83FD55D5-0900-45CC-8C8B-1245B39160BA}">
      <dgm:prSet/>
      <dgm:spPr/>
      <dgm:t>
        <a:bodyPr/>
        <a:lstStyle/>
        <a:p>
          <a:endParaRPr lang="en-US"/>
        </a:p>
      </dgm:t>
    </dgm:pt>
    <dgm:pt modelId="{128C091D-5A1D-4276-AAA6-4284EFFE04BB}">
      <dgm:prSet/>
      <dgm:spPr/>
      <dgm:t>
        <a:bodyPr/>
        <a:lstStyle/>
        <a:p>
          <a:r>
            <a:rPr lang="tr-TR"/>
            <a:t>•Gerçek hayatta uygulanabilir Web GIS çözümü</a:t>
          </a:r>
          <a:endParaRPr lang="en-US"/>
        </a:p>
      </dgm:t>
    </dgm:pt>
    <dgm:pt modelId="{D2C5831D-39F2-44EF-AFE3-FCAF8806120D}" type="parTrans" cxnId="{286CB995-E642-4545-8B3D-953E59E51DAF}">
      <dgm:prSet/>
      <dgm:spPr/>
      <dgm:t>
        <a:bodyPr/>
        <a:lstStyle/>
        <a:p>
          <a:endParaRPr lang="en-US"/>
        </a:p>
      </dgm:t>
    </dgm:pt>
    <dgm:pt modelId="{6274DF1C-3188-49A1-A060-766B71AA31E7}" type="sibTrans" cxnId="{286CB995-E642-4545-8B3D-953E59E51DAF}">
      <dgm:prSet/>
      <dgm:spPr/>
      <dgm:t>
        <a:bodyPr/>
        <a:lstStyle/>
        <a:p>
          <a:endParaRPr lang="en-US"/>
        </a:p>
      </dgm:t>
    </dgm:pt>
    <dgm:pt modelId="{D571EE79-34B6-4976-94F0-B777FC41E4BA}" type="pres">
      <dgm:prSet presAssocID="{A7691F13-1990-44F2-AE3A-B59E92DA025C}" presName="root" presStyleCnt="0">
        <dgm:presLayoutVars>
          <dgm:dir/>
          <dgm:resizeHandles val="exact"/>
        </dgm:presLayoutVars>
      </dgm:prSet>
      <dgm:spPr/>
    </dgm:pt>
    <dgm:pt modelId="{84D499E8-B7DB-4D25-8804-2B37201C1A21}" type="pres">
      <dgm:prSet presAssocID="{963639FB-FA51-4AB8-B167-026F242F116F}" presName="compNode" presStyleCnt="0"/>
      <dgm:spPr/>
    </dgm:pt>
    <dgm:pt modelId="{4524AF1B-2F15-495E-9C74-44CA728434DD}" type="pres">
      <dgm:prSet presAssocID="{963639FB-FA51-4AB8-B167-026F242F116F}" presName="bgRect" presStyleLbl="bgShp" presStyleIdx="0" presStyleCnt="5"/>
      <dgm:spPr/>
    </dgm:pt>
    <dgm:pt modelId="{8ED8A8CD-925E-4E85-8F92-83FCD11B2901}" type="pres">
      <dgm:prSet presAssocID="{963639FB-FA51-4AB8-B167-026F242F116F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B656E9E2-D7A3-43DB-8E32-94F6B8094079}" type="pres">
      <dgm:prSet presAssocID="{963639FB-FA51-4AB8-B167-026F242F116F}" presName="spaceRect" presStyleCnt="0"/>
      <dgm:spPr/>
    </dgm:pt>
    <dgm:pt modelId="{C1D868FF-5A60-403F-B45C-5BE52CFA6B60}" type="pres">
      <dgm:prSet presAssocID="{963639FB-FA51-4AB8-B167-026F242F116F}" presName="parTx" presStyleLbl="revTx" presStyleIdx="0" presStyleCnt="5">
        <dgm:presLayoutVars>
          <dgm:chMax val="0"/>
          <dgm:chPref val="0"/>
        </dgm:presLayoutVars>
      </dgm:prSet>
      <dgm:spPr/>
    </dgm:pt>
    <dgm:pt modelId="{E9D30FCB-284F-4AB6-9575-1B087E3DA1E5}" type="pres">
      <dgm:prSet presAssocID="{A0A18318-6BEE-46E4-95A0-DDA9A3E6EF45}" presName="sibTrans" presStyleCnt="0"/>
      <dgm:spPr/>
    </dgm:pt>
    <dgm:pt modelId="{C6CB128D-60D7-4E0A-B13F-8D388E826B5B}" type="pres">
      <dgm:prSet presAssocID="{6157482C-E7E7-4BF4-BC1E-6AAB13F32316}" presName="compNode" presStyleCnt="0"/>
      <dgm:spPr/>
    </dgm:pt>
    <dgm:pt modelId="{1D7B7DDD-EA71-4AC2-9082-E4A856D17CDC}" type="pres">
      <dgm:prSet presAssocID="{6157482C-E7E7-4BF4-BC1E-6AAB13F32316}" presName="bgRect" presStyleLbl="bgShp" presStyleIdx="1" presStyleCnt="5"/>
      <dgm:spPr/>
    </dgm:pt>
    <dgm:pt modelId="{B8751DC9-6B13-4D5A-832D-8D66E4B8D80E}" type="pres">
      <dgm:prSet presAssocID="{6157482C-E7E7-4BF4-BC1E-6AAB13F3231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nay işareti"/>
        </a:ext>
      </dgm:extLst>
    </dgm:pt>
    <dgm:pt modelId="{F3181412-E7D4-4A86-9581-E7526819085B}" type="pres">
      <dgm:prSet presAssocID="{6157482C-E7E7-4BF4-BC1E-6AAB13F32316}" presName="spaceRect" presStyleCnt="0"/>
      <dgm:spPr/>
    </dgm:pt>
    <dgm:pt modelId="{DAC2C059-22C7-41F1-BDF0-362840101536}" type="pres">
      <dgm:prSet presAssocID="{6157482C-E7E7-4BF4-BC1E-6AAB13F32316}" presName="parTx" presStyleLbl="revTx" presStyleIdx="1" presStyleCnt="5">
        <dgm:presLayoutVars>
          <dgm:chMax val="0"/>
          <dgm:chPref val="0"/>
        </dgm:presLayoutVars>
      </dgm:prSet>
      <dgm:spPr/>
    </dgm:pt>
    <dgm:pt modelId="{2B49D8C4-5FE6-47B4-92B7-75C758E47568}" type="pres">
      <dgm:prSet presAssocID="{138550C4-15D8-475F-9519-4843593F87C1}" presName="sibTrans" presStyleCnt="0"/>
      <dgm:spPr/>
    </dgm:pt>
    <dgm:pt modelId="{F8F51A09-EEDE-4E46-BA77-270988F35563}" type="pres">
      <dgm:prSet presAssocID="{0F2E15EF-AF0A-4542-96E1-EAA4FDB41156}" presName="compNode" presStyleCnt="0"/>
      <dgm:spPr/>
    </dgm:pt>
    <dgm:pt modelId="{EC781C1F-FA7A-4D97-AA83-FAAF1EC4BB7A}" type="pres">
      <dgm:prSet presAssocID="{0F2E15EF-AF0A-4542-96E1-EAA4FDB41156}" presName="bgRect" presStyleLbl="bgShp" presStyleIdx="2" presStyleCnt="5"/>
      <dgm:spPr/>
    </dgm:pt>
    <dgm:pt modelId="{C16D7EB5-9A19-4257-9981-D37228CF9BD4}" type="pres">
      <dgm:prSet presAssocID="{0F2E15EF-AF0A-4542-96E1-EAA4FDB4115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Öğretmen"/>
        </a:ext>
      </dgm:extLst>
    </dgm:pt>
    <dgm:pt modelId="{FF3E38DB-2927-4D67-BC81-B1B936767F90}" type="pres">
      <dgm:prSet presAssocID="{0F2E15EF-AF0A-4542-96E1-EAA4FDB41156}" presName="spaceRect" presStyleCnt="0"/>
      <dgm:spPr/>
    </dgm:pt>
    <dgm:pt modelId="{4EC47432-1E33-493A-BE25-CEF46189A57D}" type="pres">
      <dgm:prSet presAssocID="{0F2E15EF-AF0A-4542-96E1-EAA4FDB41156}" presName="parTx" presStyleLbl="revTx" presStyleIdx="2" presStyleCnt="5">
        <dgm:presLayoutVars>
          <dgm:chMax val="0"/>
          <dgm:chPref val="0"/>
        </dgm:presLayoutVars>
      </dgm:prSet>
      <dgm:spPr/>
    </dgm:pt>
    <dgm:pt modelId="{C23471DC-8B33-4C3E-8AEE-2766A3182BB0}" type="pres">
      <dgm:prSet presAssocID="{4665229A-2ABB-4025-8158-F10EB25C699E}" presName="sibTrans" presStyleCnt="0"/>
      <dgm:spPr/>
    </dgm:pt>
    <dgm:pt modelId="{3A8CB554-FC35-4DDA-9A61-C06B691BA73F}" type="pres">
      <dgm:prSet presAssocID="{B104E452-0A18-427D-8D76-ED4FDA5E4E57}" presName="compNode" presStyleCnt="0"/>
      <dgm:spPr/>
    </dgm:pt>
    <dgm:pt modelId="{C71658E9-9D2F-4379-8049-06C484A68601}" type="pres">
      <dgm:prSet presAssocID="{B104E452-0A18-427D-8D76-ED4FDA5E4E57}" presName="bgRect" presStyleLbl="bgShp" presStyleIdx="3" presStyleCnt="5"/>
      <dgm:spPr/>
    </dgm:pt>
    <dgm:pt modelId="{C48E30BD-8D37-4C75-A742-618E0EE5384A}" type="pres">
      <dgm:prSet presAssocID="{B104E452-0A18-427D-8D76-ED4FDA5E4E57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litle"/>
        </a:ext>
      </dgm:extLst>
    </dgm:pt>
    <dgm:pt modelId="{8F1DF8C3-8AAC-4F8D-9B67-4588D17288F9}" type="pres">
      <dgm:prSet presAssocID="{B104E452-0A18-427D-8D76-ED4FDA5E4E57}" presName="spaceRect" presStyleCnt="0"/>
      <dgm:spPr/>
    </dgm:pt>
    <dgm:pt modelId="{F3A006A1-A064-49C2-83B8-95EFD786C3B4}" type="pres">
      <dgm:prSet presAssocID="{B104E452-0A18-427D-8D76-ED4FDA5E4E57}" presName="parTx" presStyleLbl="revTx" presStyleIdx="3" presStyleCnt="5">
        <dgm:presLayoutVars>
          <dgm:chMax val="0"/>
          <dgm:chPref val="0"/>
        </dgm:presLayoutVars>
      </dgm:prSet>
      <dgm:spPr/>
    </dgm:pt>
    <dgm:pt modelId="{ECAB20B4-4B8C-471F-99E6-233B86845D93}" type="pres">
      <dgm:prSet presAssocID="{DC57D525-7D78-47E7-BCC6-A333AFBCAD2E}" presName="sibTrans" presStyleCnt="0"/>
      <dgm:spPr/>
    </dgm:pt>
    <dgm:pt modelId="{3E8201EF-5BE2-4913-9FAF-4F1697A6EEC0}" type="pres">
      <dgm:prSet presAssocID="{128C091D-5A1D-4276-AAA6-4284EFFE04BB}" presName="compNode" presStyleCnt="0"/>
      <dgm:spPr/>
    </dgm:pt>
    <dgm:pt modelId="{FB59ABE2-574E-4CE9-92DF-24A6BC81B615}" type="pres">
      <dgm:prSet presAssocID="{128C091D-5A1D-4276-AAA6-4284EFFE04BB}" presName="bgRect" presStyleLbl="bgShp" presStyleIdx="4" presStyleCnt="5"/>
      <dgm:spPr/>
    </dgm:pt>
    <dgm:pt modelId="{EF732E2B-9D6D-4E81-BEB1-F9824DA9CCB6}" type="pres">
      <dgm:prSet presAssocID="{128C091D-5A1D-4276-AAA6-4284EFFE04BB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ontrol listesi"/>
        </a:ext>
      </dgm:extLst>
    </dgm:pt>
    <dgm:pt modelId="{59329308-7412-4036-8ED1-CEECF612B520}" type="pres">
      <dgm:prSet presAssocID="{128C091D-5A1D-4276-AAA6-4284EFFE04BB}" presName="spaceRect" presStyleCnt="0"/>
      <dgm:spPr/>
    </dgm:pt>
    <dgm:pt modelId="{620B68FF-FE72-44DB-9F7C-84F03BFF1323}" type="pres">
      <dgm:prSet presAssocID="{128C091D-5A1D-4276-AAA6-4284EFFE04BB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AE44E512-0AD1-4C47-82C7-39596069BCAF}" srcId="{A7691F13-1990-44F2-AE3A-B59E92DA025C}" destId="{963639FB-FA51-4AB8-B167-026F242F116F}" srcOrd="0" destOrd="0" parTransId="{CAFE4B5D-97E6-4A71-A84C-CEFD3A4603F9}" sibTransId="{A0A18318-6BEE-46E4-95A0-DDA9A3E6EF45}"/>
    <dgm:cxn modelId="{8BB7E61A-6D07-423C-BC9C-17D8275FB638}" type="presOf" srcId="{6157482C-E7E7-4BF4-BC1E-6AAB13F32316}" destId="{DAC2C059-22C7-41F1-BDF0-362840101536}" srcOrd="0" destOrd="0" presId="urn:microsoft.com/office/officeart/2018/2/layout/IconVerticalSolidList"/>
    <dgm:cxn modelId="{F073C122-B146-40C1-8D04-D39D529319BD}" type="presOf" srcId="{B104E452-0A18-427D-8D76-ED4FDA5E4E57}" destId="{F3A006A1-A064-49C2-83B8-95EFD786C3B4}" srcOrd="0" destOrd="0" presId="urn:microsoft.com/office/officeart/2018/2/layout/IconVerticalSolidList"/>
    <dgm:cxn modelId="{86BE2524-CDC9-43BD-B677-7C3606285921}" type="presOf" srcId="{128C091D-5A1D-4276-AAA6-4284EFFE04BB}" destId="{620B68FF-FE72-44DB-9F7C-84F03BFF1323}" srcOrd="0" destOrd="0" presId="urn:microsoft.com/office/officeart/2018/2/layout/IconVerticalSolidList"/>
    <dgm:cxn modelId="{BFCB304C-D5DF-4214-B2AA-BAF06C725ECC}" type="presOf" srcId="{A7691F13-1990-44F2-AE3A-B59E92DA025C}" destId="{D571EE79-34B6-4976-94F0-B777FC41E4BA}" srcOrd="0" destOrd="0" presId="urn:microsoft.com/office/officeart/2018/2/layout/IconVerticalSolidList"/>
    <dgm:cxn modelId="{AA1D9777-D4E3-4406-8BA2-2BA50AC2ED6C}" type="presOf" srcId="{963639FB-FA51-4AB8-B167-026F242F116F}" destId="{C1D868FF-5A60-403F-B45C-5BE52CFA6B60}" srcOrd="0" destOrd="0" presId="urn:microsoft.com/office/officeart/2018/2/layout/IconVerticalSolidList"/>
    <dgm:cxn modelId="{286CB995-E642-4545-8B3D-953E59E51DAF}" srcId="{A7691F13-1990-44F2-AE3A-B59E92DA025C}" destId="{128C091D-5A1D-4276-AAA6-4284EFFE04BB}" srcOrd="4" destOrd="0" parTransId="{D2C5831D-39F2-44EF-AFE3-FCAF8806120D}" sibTransId="{6274DF1C-3188-49A1-A060-766B71AA31E7}"/>
    <dgm:cxn modelId="{4D85A8C3-BA0E-471F-B861-6595C08E09A5}" srcId="{A7691F13-1990-44F2-AE3A-B59E92DA025C}" destId="{0F2E15EF-AF0A-4542-96E1-EAA4FDB41156}" srcOrd="2" destOrd="0" parTransId="{32A4BD1A-3412-4CB5-BFA5-241E511AD127}" sibTransId="{4665229A-2ABB-4025-8158-F10EB25C699E}"/>
    <dgm:cxn modelId="{83FD55D5-0900-45CC-8C8B-1245B39160BA}" srcId="{A7691F13-1990-44F2-AE3A-B59E92DA025C}" destId="{B104E452-0A18-427D-8D76-ED4FDA5E4E57}" srcOrd="3" destOrd="0" parTransId="{88C1D001-FB6F-44B0-8670-36AA7E971BA8}" sibTransId="{DC57D525-7D78-47E7-BCC6-A333AFBCAD2E}"/>
    <dgm:cxn modelId="{6C7B63DE-DEF3-422F-862C-B496EF54B4C4}" type="presOf" srcId="{0F2E15EF-AF0A-4542-96E1-EAA4FDB41156}" destId="{4EC47432-1E33-493A-BE25-CEF46189A57D}" srcOrd="0" destOrd="0" presId="urn:microsoft.com/office/officeart/2018/2/layout/IconVerticalSolidList"/>
    <dgm:cxn modelId="{0527C9FE-0E59-456D-88A7-D5391DC8E475}" srcId="{A7691F13-1990-44F2-AE3A-B59E92DA025C}" destId="{6157482C-E7E7-4BF4-BC1E-6AAB13F32316}" srcOrd="1" destOrd="0" parTransId="{6D9E672A-A041-43C5-8002-CA092B167825}" sibTransId="{138550C4-15D8-475F-9519-4843593F87C1}"/>
    <dgm:cxn modelId="{0731259C-BC23-4BC5-A909-479FA4AF9AC5}" type="presParOf" srcId="{D571EE79-34B6-4976-94F0-B777FC41E4BA}" destId="{84D499E8-B7DB-4D25-8804-2B37201C1A21}" srcOrd="0" destOrd="0" presId="urn:microsoft.com/office/officeart/2018/2/layout/IconVerticalSolidList"/>
    <dgm:cxn modelId="{75C7971F-1381-47C7-A93D-8EE9849C5CF0}" type="presParOf" srcId="{84D499E8-B7DB-4D25-8804-2B37201C1A21}" destId="{4524AF1B-2F15-495E-9C74-44CA728434DD}" srcOrd="0" destOrd="0" presId="urn:microsoft.com/office/officeart/2018/2/layout/IconVerticalSolidList"/>
    <dgm:cxn modelId="{20ADF5A1-CDDF-4314-9247-0BEAE43C9A1F}" type="presParOf" srcId="{84D499E8-B7DB-4D25-8804-2B37201C1A21}" destId="{8ED8A8CD-925E-4E85-8F92-83FCD11B2901}" srcOrd="1" destOrd="0" presId="urn:microsoft.com/office/officeart/2018/2/layout/IconVerticalSolidList"/>
    <dgm:cxn modelId="{4CB139DC-8F67-44AD-A2C6-19D5C986B292}" type="presParOf" srcId="{84D499E8-B7DB-4D25-8804-2B37201C1A21}" destId="{B656E9E2-D7A3-43DB-8E32-94F6B8094079}" srcOrd="2" destOrd="0" presId="urn:microsoft.com/office/officeart/2018/2/layout/IconVerticalSolidList"/>
    <dgm:cxn modelId="{F5ACAE01-1FC2-419E-BF92-2D4ACC038769}" type="presParOf" srcId="{84D499E8-B7DB-4D25-8804-2B37201C1A21}" destId="{C1D868FF-5A60-403F-B45C-5BE52CFA6B60}" srcOrd="3" destOrd="0" presId="urn:microsoft.com/office/officeart/2018/2/layout/IconVerticalSolidList"/>
    <dgm:cxn modelId="{20FB6749-7212-4DEA-9ECC-C9D6C80B8258}" type="presParOf" srcId="{D571EE79-34B6-4976-94F0-B777FC41E4BA}" destId="{E9D30FCB-284F-4AB6-9575-1B087E3DA1E5}" srcOrd="1" destOrd="0" presId="urn:microsoft.com/office/officeart/2018/2/layout/IconVerticalSolidList"/>
    <dgm:cxn modelId="{ADBBABF6-822A-442F-9660-0B9A27D13DB9}" type="presParOf" srcId="{D571EE79-34B6-4976-94F0-B777FC41E4BA}" destId="{C6CB128D-60D7-4E0A-B13F-8D388E826B5B}" srcOrd="2" destOrd="0" presId="urn:microsoft.com/office/officeart/2018/2/layout/IconVerticalSolidList"/>
    <dgm:cxn modelId="{F48BC4B6-2529-431B-9954-AA1CF2F0168B}" type="presParOf" srcId="{C6CB128D-60D7-4E0A-B13F-8D388E826B5B}" destId="{1D7B7DDD-EA71-4AC2-9082-E4A856D17CDC}" srcOrd="0" destOrd="0" presId="urn:microsoft.com/office/officeart/2018/2/layout/IconVerticalSolidList"/>
    <dgm:cxn modelId="{1A4409E0-0753-4C8A-99AA-A99A0DC939FA}" type="presParOf" srcId="{C6CB128D-60D7-4E0A-B13F-8D388E826B5B}" destId="{B8751DC9-6B13-4D5A-832D-8D66E4B8D80E}" srcOrd="1" destOrd="0" presId="urn:microsoft.com/office/officeart/2018/2/layout/IconVerticalSolidList"/>
    <dgm:cxn modelId="{5F6DA16C-A2C5-47C8-A74F-B96A43568C79}" type="presParOf" srcId="{C6CB128D-60D7-4E0A-B13F-8D388E826B5B}" destId="{F3181412-E7D4-4A86-9581-E7526819085B}" srcOrd="2" destOrd="0" presId="urn:microsoft.com/office/officeart/2018/2/layout/IconVerticalSolidList"/>
    <dgm:cxn modelId="{A535FBA4-4683-4580-A2A5-5C5ACADCD0C1}" type="presParOf" srcId="{C6CB128D-60D7-4E0A-B13F-8D388E826B5B}" destId="{DAC2C059-22C7-41F1-BDF0-362840101536}" srcOrd="3" destOrd="0" presId="urn:microsoft.com/office/officeart/2018/2/layout/IconVerticalSolidList"/>
    <dgm:cxn modelId="{3B3E0F73-15FA-4440-9CC9-245EDE753400}" type="presParOf" srcId="{D571EE79-34B6-4976-94F0-B777FC41E4BA}" destId="{2B49D8C4-5FE6-47B4-92B7-75C758E47568}" srcOrd="3" destOrd="0" presId="urn:microsoft.com/office/officeart/2018/2/layout/IconVerticalSolidList"/>
    <dgm:cxn modelId="{50146FCD-9198-4A68-8DE8-BB4C688DBAAA}" type="presParOf" srcId="{D571EE79-34B6-4976-94F0-B777FC41E4BA}" destId="{F8F51A09-EEDE-4E46-BA77-270988F35563}" srcOrd="4" destOrd="0" presId="urn:microsoft.com/office/officeart/2018/2/layout/IconVerticalSolidList"/>
    <dgm:cxn modelId="{46F9888E-A89E-4EEE-A2BA-CA76B0364581}" type="presParOf" srcId="{F8F51A09-EEDE-4E46-BA77-270988F35563}" destId="{EC781C1F-FA7A-4D97-AA83-FAAF1EC4BB7A}" srcOrd="0" destOrd="0" presId="urn:microsoft.com/office/officeart/2018/2/layout/IconVerticalSolidList"/>
    <dgm:cxn modelId="{E6E3297F-7015-4677-B6EC-AF034597F838}" type="presParOf" srcId="{F8F51A09-EEDE-4E46-BA77-270988F35563}" destId="{C16D7EB5-9A19-4257-9981-D37228CF9BD4}" srcOrd="1" destOrd="0" presId="urn:microsoft.com/office/officeart/2018/2/layout/IconVerticalSolidList"/>
    <dgm:cxn modelId="{8C0E8BCD-6443-4148-9858-9F8926077D11}" type="presParOf" srcId="{F8F51A09-EEDE-4E46-BA77-270988F35563}" destId="{FF3E38DB-2927-4D67-BC81-B1B936767F90}" srcOrd="2" destOrd="0" presId="urn:microsoft.com/office/officeart/2018/2/layout/IconVerticalSolidList"/>
    <dgm:cxn modelId="{9AA8191B-F248-4A7B-A520-C2D90F9C8538}" type="presParOf" srcId="{F8F51A09-EEDE-4E46-BA77-270988F35563}" destId="{4EC47432-1E33-493A-BE25-CEF46189A57D}" srcOrd="3" destOrd="0" presId="urn:microsoft.com/office/officeart/2018/2/layout/IconVerticalSolidList"/>
    <dgm:cxn modelId="{42AE6708-4A8A-479F-8FC7-CD7FF3EFC527}" type="presParOf" srcId="{D571EE79-34B6-4976-94F0-B777FC41E4BA}" destId="{C23471DC-8B33-4C3E-8AEE-2766A3182BB0}" srcOrd="5" destOrd="0" presId="urn:microsoft.com/office/officeart/2018/2/layout/IconVerticalSolidList"/>
    <dgm:cxn modelId="{F7A60CD4-1F43-4BC4-9AB4-1999EBAD4D07}" type="presParOf" srcId="{D571EE79-34B6-4976-94F0-B777FC41E4BA}" destId="{3A8CB554-FC35-4DDA-9A61-C06B691BA73F}" srcOrd="6" destOrd="0" presId="urn:microsoft.com/office/officeart/2018/2/layout/IconVerticalSolidList"/>
    <dgm:cxn modelId="{3D83B8F0-4D92-4D45-88F8-68076EE06684}" type="presParOf" srcId="{3A8CB554-FC35-4DDA-9A61-C06B691BA73F}" destId="{C71658E9-9D2F-4379-8049-06C484A68601}" srcOrd="0" destOrd="0" presId="urn:microsoft.com/office/officeart/2018/2/layout/IconVerticalSolidList"/>
    <dgm:cxn modelId="{9BE6AD9F-EBAE-4A1F-8549-8A055E394467}" type="presParOf" srcId="{3A8CB554-FC35-4DDA-9A61-C06B691BA73F}" destId="{C48E30BD-8D37-4C75-A742-618E0EE5384A}" srcOrd="1" destOrd="0" presId="urn:microsoft.com/office/officeart/2018/2/layout/IconVerticalSolidList"/>
    <dgm:cxn modelId="{A4187879-34F6-4C0C-A87E-193C20D34924}" type="presParOf" srcId="{3A8CB554-FC35-4DDA-9A61-C06B691BA73F}" destId="{8F1DF8C3-8AAC-4F8D-9B67-4588D17288F9}" srcOrd="2" destOrd="0" presId="urn:microsoft.com/office/officeart/2018/2/layout/IconVerticalSolidList"/>
    <dgm:cxn modelId="{A43805F4-9ED0-4290-AEFF-30D5A2619A1B}" type="presParOf" srcId="{3A8CB554-FC35-4DDA-9A61-C06B691BA73F}" destId="{F3A006A1-A064-49C2-83B8-95EFD786C3B4}" srcOrd="3" destOrd="0" presId="urn:microsoft.com/office/officeart/2018/2/layout/IconVerticalSolidList"/>
    <dgm:cxn modelId="{8DEE6C5A-B7A3-407D-9BDF-7285F14F43EE}" type="presParOf" srcId="{D571EE79-34B6-4976-94F0-B777FC41E4BA}" destId="{ECAB20B4-4B8C-471F-99E6-233B86845D93}" srcOrd="7" destOrd="0" presId="urn:microsoft.com/office/officeart/2018/2/layout/IconVerticalSolidList"/>
    <dgm:cxn modelId="{69B3EF82-0CCB-4AA9-A1F3-B9C456393882}" type="presParOf" srcId="{D571EE79-34B6-4976-94F0-B777FC41E4BA}" destId="{3E8201EF-5BE2-4913-9FAF-4F1697A6EEC0}" srcOrd="8" destOrd="0" presId="urn:microsoft.com/office/officeart/2018/2/layout/IconVerticalSolidList"/>
    <dgm:cxn modelId="{45701A56-BE9D-49C5-A060-BC03B79F3210}" type="presParOf" srcId="{3E8201EF-5BE2-4913-9FAF-4F1697A6EEC0}" destId="{FB59ABE2-574E-4CE9-92DF-24A6BC81B615}" srcOrd="0" destOrd="0" presId="urn:microsoft.com/office/officeart/2018/2/layout/IconVerticalSolidList"/>
    <dgm:cxn modelId="{2AD244AF-3FCC-45A3-80BE-869DAA76FF05}" type="presParOf" srcId="{3E8201EF-5BE2-4913-9FAF-4F1697A6EEC0}" destId="{EF732E2B-9D6D-4E81-BEB1-F9824DA9CCB6}" srcOrd="1" destOrd="0" presId="urn:microsoft.com/office/officeart/2018/2/layout/IconVerticalSolidList"/>
    <dgm:cxn modelId="{808ACB37-5151-488D-9346-49E14E772BEA}" type="presParOf" srcId="{3E8201EF-5BE2-4913-9FAF-4F1697A6EEC0}" destId="{59329308-7412-4036-8ED1-CEECF612B520}" srcOrd="2" destOrd="0" presId="urn:microsoft.com/office/officeart/2018/2/layout/IconVerticalSolidList"/>
    <dgm:cxn modelId="{69B14035-2900-49EA-B723-7DF609FB7C32}" type="presParOf" srcId="{3E8201EF-5BE2-4913-9FAF-4F1697A6EEC0}" destId="{620B68FF-FE72-44DB-9F7C-84F03BFF132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BEAE04-142C-4FB0-8ACB-DF199A214000}">
      <dsp:nvSpPr>
        <dsp:cNvPr id="0" name=""/>
        <dsp:cNvSpPr/>
      </dsp:nvSpPr>
      <dsp:spPr>
        <a:xfrm>
          <a:off x="0" y="3399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8F723A-9430-4A6A-9451-29D2F008BE7C}">
      <dsp:nvSpPr>
        <dsp:cNvPr id="0" name=""/>
        <dsp:cNvSpPr/>
      </dsp:nvSpPr>
      <dsp:spPr>
        <a:xfrm>
          <a:off x="219037" y="166319"/>
          <a:ext cx="398249" cy="3982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3C08A2-FCE1-43F5-AB2A-8D922C73853C}">
      <dsp:nvSpPr>
        <dsp:cNvPr id="0" name=""/>
        <dsp:cNvSpPr/>
      </dsp:nvSpPr>
      <dsp:spPr>
        <a:xfrm>
          <a:off x="836323" y="3399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kern="1200"/>
            <a:t>•	Web tabanlı kentsel sorun bildirim sistemi</a:t>
          </a:r>
          <a:endParaRPr lang="en-US" sz="1900" kern="1200"/>
        </a:p>
      </dsp:txBody>
      <dsp:txXfrm>
        <a:off x="836323" y="3399"/>
        <a:ext cx="9679276" cy="724089"/>
      </dsp:txXfrm>
    </dsp:sp>
    <dsp:sp modelId="{C33336CC-4A97-4632-BF18-31A0FC945E23}">
      <dsp:nvSpPr>
        <dsp:cNvPr id="0" name=""/>
        <dsp:cNvSpPr/>
      </dsp:nvSpPr>
      <dsp:spPr>
        <a:xfrm>
          <a:off x="0" y="908511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9433EC-1684-4484-8D11-236A124BEDDF}">
      <dsp:nvSpPr>
        <dsp:cNvPr id="0" name=""/>
        <dsp:cNvSpPr/>
      </dsp:nvSpPr>
      <dsp:spPr>
        <a:xfrm>
          <a:off x="219037" y="1071431"/>
          <a:ext cx="398249" cy="3982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CAD297-7CE9-4E62-AEF6-157307CDBE53}">
      <dsp:nvSpPr>
        <dsp:cNvPr id="0" name=""/>
        <dsp:cNvSpPr/>
      </dsp:nvSpPr>
      <dsp:spPr>
        <a:xfrm>
          <a:off x="836323" y="908511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kern="1200"/>
            <a:t>•	İnteraktif harita üzerinden sorun bildirimi	</a:t>
          </a:r>
          <a:endParaRPr lang="en-US" sz="1900" kern="1200"/>
        </a:p>
      </dsp:txBody>
      <dsp:txXfrm>
        <a:off x="836323" y="908511"/>
        <a:ext cx="9679276" cy="724089"/>
      </dsp:txXfrm>
    </dsp:sp>
    <dsp:sp modelId="{1D003DF4-0C12-47C2-9CDE-E49BF8181B79}">
      <dsp:nvSpPr>
        <dsp:cNvPr id="0" name=""/>
        <dsp:cNvSpPr/>
      </dsp:nvSpPr>
      <dsp:spPr>
        <a:xfrm>
          <a:off x="0" y="1813624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417A0D-8737-4B1A-BD77-4AEBDBBB6036}">
      <dsp:nvSpPr>
        <dsp:cNvPr id="0" name=""/>
        <dsp:cNvSpPr/>
      </dsp:nvSpPr>
      <dsp:spPr>
        <a:xfrm>
          <a:off x="219037" y="1976544"/>
          <a:ext cx="398249" cy="3982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2B20AE-78CE-487A-BE86-E7DC709C9B5F}">
      <dsp:nvSpPr>
        <dsp:cNvPr id="0" name=""/>
        <dsp:cNvSpPr/>
      </dsp:nvSpPr>
      <dsp:spPr>
        <a:xfrm>
          <a:off x="836323" y="1813624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kern="1200"/>
            <a:t>•	Mekânsal veri destekli yönetim altyapısı	</a:t>
          </a:r>
          <a:endParaRPr lang="en-US" sz="1900" kern="1200"/>
        </a:p>
      </dsp:txBody>
      <dsp:txXfrm>
        <a:off x="836323" y="1813624"/>
        <a:ext cx="9679276" cy="724089"/>
      </dsp:txXfrm>
    </dsp:sp>
    <dsp:sp modelId="{724B0739-E51A-4C18-BECE-386287A87134}">
      <dsp:nvSpPr>
        <dsp:cNvPr id="0" name=""/>
        <dsp:cNvSpPr/>
      </dsp:nvSpPr>
      <dsp:spPr>
        <a:xfrm>
          <a:off x="0" y="2718736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3881B6-FF85-482F-AAA8-AD45E46411DC}">
      <dsp:nvSpPr>
        <dsp:cNvPr id="0" name=""/>
        <dsp:cNvSpPr/>
      </dsp:nvSpPr>
      <dsp:spPr>
        <a:xfrm>
          <a:off x="219037" y="2881656"/>
          <a:ext cx="398249" cy="3982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15F46C-2E10-4C22-B87E-43FEC24E3C7D}">
      <dsp:nvSpPr>
        <dsp:cNvPr id="0" name=""/>
        <dsp:cNvSpPr/>
      </dsp:nvSpPr>
      <dsp:spPr>
        <a:xfrm>
          <a:off x="836323" y="2718736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kern="1200"/>
            <a:t>•	Vatandaş ve yönetici odaklı kullanım	</a:t>
          </a:r>
          <a:endParaRPr lang="en-US" sz="1900" kern="1200"/>
        </a:p>
      </dsp:txBody>
      <dsp:txXfrm>
        <a:off x="836323" y="2718736"/>
        <a:ext cx="9679276" cy="724089"/>
      </dsp:txXfrm>
    </dsp:sp>
    <dsp:sp modelId="{3CA40EDA-ECAB-4EF4-A529-56618880FADA}">
      <dsp:nvSpPr>
        <dsp:cNvPr id="0" name=""/>
        <dsp:cNvSpPr/>
      </dsp:nvSpPr>
      <dsp:spPr>
        <a:xfrm>
          <a:off x="0" y="3623848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5ED040-CDDC-4701-A645-EEAF0D44C5C7}">
      <dsp:nvSpPr>
        <dsp:cNvPr id="0" name=""/>
        <dsp:cNvSpPr/>
      </dsp:nvSpPr>
      <dsp:spPr>
        <a:xfrm>
          <a:off x="219037" y="3786768"/>
          <a:ext cx="398249" cy="3982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1C1878-7E17-4633-8BA0-84CDC1512654}">
      <dsp:nvSpPr>
        <dsp:cNvPr id="0" name=""/>
        <dsp:cNvSpPr/>
      </dsp:nvSpPr>
      <dsp:spPr>
        <a:xfrm>
          <a:off x="836323" y="3623848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kern="1200"/>
            <a:t>•	Hızlı, düzenli ve dijital takip imkânı	</a:t>
          </a:r>
          <a:endParaRPr lang="en-US" sz="1900" kern="1200"/>
        </a:p>
      </dsp:txBody>
      <dsp:txXfrm>
        <a:off x="836323" y="3623848"/>
        <a:ext cx="9679276" cy="7240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433ACE-34FD-4A2E-B80A-712C2E65E452}">
      <dsp:nvSpPr>
        <dsp:cNvPr id="0" name=""/>
        <dsp:cNvSpPr/>
      </dsp:nvSpPr>
      <dsp:spPr>
        <a:xfrm>
          <a:off x="82613" y="908559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5F7D74-0026-454E-939F-E71217784570}">
      <dsp:nvSpPr>
        <dsp:cNvPr id="0" name=""/>
        <dsp:cNvSpPr/>
      </dsp:nvSpPr>
      <dsp:spPr>
        <a:xfrm>
          <a:off x="271034" y="1096980"/>
          <a:ext cx="520402" cy="5204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FF3003-4B6D-4C47-A36A-61CD3F6942A9}">
      <dsp:nvSpPr>
        <dsp:cNvPr id="0" name=""/>
        <dsp:cNvSpPr/>
      </dsp:nvSpPr>
      <dsp:spPr>
        <a:xfrm>
          <a:off x="1172126" y="9085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800" kern="1200"/>
            <a:t>•Web GIS tabanlı istemci–sunucu mimarisi</a:t>
          </a:r>
          <a:endParaRPr lang="en-US" sz="1800" kern="1200"/>
        </a:p>
      </dsp:txBody>
      <dsp:txXfrm>
        <a:off x="1172126" y="908559"/>
        <a:ext cx="2114937" cy="897246"/>
      </dsp:txXfrm>
    </dsp:sp>
    <dsp:sp modelId="{BA99AE94-F50A-426E-97BA-5506C0B855E5}">
      <dsp:nvSpPr>
        <dsp:cNvPr id="0" name=""/>
        <dsp:cNvSpPr/>
      </dsp:nvSpPr>
      <dsp:spPr>
        <a:xfrm>
          <a:off x="3655575" y="908559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5D4A11-7717-48B8-8E07-3A8FD44D9C34}">
      <dsp:nvSpPr>
        <dsp:cNvPr id="0" name=""/>
        <dsp:cNvSpPr/>
      </dsp:nvSpPr>
      <dsp:spPr>
        <a:xfrm>
          <a:off x="3843996" y="1096980"/>
          <a:ext cx="520402" cy="5204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45A961-1766-4DEA-8980-EDFAB049B338}">
      <dsp:nvSpPr>
        <dsp:cNvPr id="0" name=""/>
        <dsp:cNvSpPr/>
      </dsp:nvSpPr>
      <dsp:spPr>
        <a:xfrm>
          <a:off x="4745088" y="9085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800" kern="1200"/>
            <a:t>•Backend: Node.js &amp; Express	</a:t>
          </a:r>
          <a:endParaRPr lang="en-US" sz="1800" kern="1200"/>
        </a:p>
      </dsp:txBody>
      <dsp:txXfrm>
        <a:off x="4745088" y="908559"/>
        <a:ext cx="2114937" cy="897246"/>
      </dsp:txXfrm>
    </dsp:sp>
    <dsp:sp modelId="{6FEABD65-72B0-4E3D-BD84-FD30D3142BE6}">
      <dsp:nvSpPr>
        <dsp:cNvPr id="0" name=""/>
        <dsp:cNvSpPr/>
      </dsp:nvSpPr>
      <dsp:spPr>
        <a:xfrm>
          <a:off x="7228536" y="908559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9AD804-F14B-43C8-B3D4-86E091B1E392}">
      <dsp:nvSpPr>
        <dsp:cNvPr id="0" name=""/>
        <dsp:cNvSpPr/>
      </dsp:nvSpPr>
      <dsp:spPr>
        <a:xfrm>
          <a:off x="7416958" y="1096980"/>
          <a:ext cx="520402" cy="5204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64871E-B2C6-40AA-B008-82FCC6438EBE}">
      <dsp:nvSpPr>
        <dsp:cNvPr id="0" name=""/>
        <dsp:cNvSpPr/>
      </dsp:nvSpPr>
      <dsp:spPr>
        <a:xfrm>
          <a:off x="8318049" y="9085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800" kern="1200"/>
            <a:t>•Veritabanı: PostgreSQL + PostGIS (Supabase)</a:t>
          </a:r>
          <a:endParaRPr lang="en-US" sz="1800" kern="1200"/>
        </a:p>
      </dsp:txBody>
      <dsp:txXfrm>
        <a:off x="8318049" y="908559"/>
        <a:ext cx="2114937" cy="897246"/>
      </dsp:txXfrm>
    </dsp:sp>
    <dsp:sp modelId="{658E68AD-A547-4A6B-9091-A5D0B523D75C}">
      <dsp:nvSpPr>
        <dsp:cNvPr id="0" name=""/>
        <dsp:cNvSpPr/>
      </dsp:nvSpPr>
      <dsp:spPr>
        <a:xfrm>
          <a:off x="82613" y="2545532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3334C6-78CE-4610-B905-BB856BC79EC5}">
      <dsp:nvSpPr>
        <dsp:cNvPr id="0" name=""/>
        <dsp:cNvSpPr/>
      </dsp:nvSpPr>
      <dsp:spPr>
        <a:xfrm>
          <a:off x="271034" y="2733954"/>
          <a:ext cx="520402" cy="52040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18F1C8-B312-4016-9399-819659F56FD3}">
      <dsp:nvSpPr>
        <dsp:cNvPr id="0" name=""/>
        <dsp:cNvSpPr/>
      </dsp:nvSpPr>
      <dsp:spPr>
        <a:xfrm>
          <a:off x="1172126" y="254553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800" kern="1200"/>
            <a:t>•Frontend: React &amp; Leaflet</a:t>
          </a:r>
          <a:endParaRPr lang="en-US" sz="1800" kern="1200"/>
        </a:p>
      </dsp:txBody>
      <dsp:txXfrm>
        <a:off x="1172126" y="2545532"/>
        <a:ext cx="2114937" cy="897246"/>
      </dsp:txXfrm>
    </dsp:sp>
    <dsp:sp modelId="{AB7958EA-1AD7-4B7D-84F9-B515C090FA09}">
      <dsp:nvSpPr>
        <dsp:cNvPr id="0" name=""/>
        <dsp:cNvSpPr/>
      </dsp:nvSpPr>
      <dsp:spPr>
        <a:xfrm>
          <a:off x="3655575" y="2545532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28B32F-E4F8-4CF8-81F6-223421B58789}">
      <dsp:nvSpPr>
        <dsp:cNvPr id="0" name=""/>
        <dsp:cNvSpPr/>
      </dsp:nvSpPr>
      <dsp:spPr>
        <a:xfrm>
          <a:off x="3843996" y="2733954"/>
          <a:ext cx="520402" cy="52040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78D824-D181-4278-9AEB-D4EC3A2675ED}">
      <dsp:nvSpPr>
        <dsp:cNvPr id="0" name=""/>
        <dsp:cNvSpPr/>
      </dsp:nvSpPr>
      <dsp:spPr>
        <a:xfrm>
          <a:off x="4745088" y="254553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800" kern="1200"/>
            <a:t>•RESTful API ile veri iletişimi</a:t>
          </a:r>
          <a:endParaRPr lang="en-US" sz="1800" kern="1200"/>
        </a:p>
      </dsp:txBody>
      <dsp:txXfrm>
        <a:off x="4745088" y="2545532"/>
        <a:ext cx="2114937" cy="897246"/>
      </dsp:txXfrm>
    </dsp:sp>
    <dsp:sp modelId="{2BE7FF31-4761-40FA-B38B-D44195BAB5C9}">
      <dsp:nvSpPr>
        <dsp:cNvPr id="0" name=""/>
        <dsp:cNvSpPr/>
      </dsp:nvSpPr>
      <dsp:spPr>
        <a:xfrm>
          <a:off x="7228536" y="2545532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4919F1-31A6-4734-AF41-3F5D3CCA9B19}">
      <dsp:nvSpPr>
        <dsp:cNvPr id="0" name=""/>
        <dsp:cNvSpPr/>
      </dsp:nvSpPr>
      <dsp:spPr>
        <a:xfrm>
          <a:off x="7416958" y="2733954"/>
          <a:ext cx="520402" cy="52040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903FD5-DA93-46F1-AAA9-B03F7DD22791}">
      <dsp:nvSpPr>
        <dsp:cNvPr id="0" name=""/>
        <dsp:cNvSpPr/>
      </dsp:nvSpPr>
      <dsp:spPr>
        <a:xfrm>
          <a:off x="8318049" y="254553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800" kern="1200"/>
            <a:t>•Register Ekranında Authentication</a:t>
          </a:r>
          <a:endParaRPr lang="en-US" sz="1800" kern="1200"/>
        </a:p>
      </dsp:txBody>
      <dsp:txXfrm>
        <a:off x="8318049" y="2545532"/>
        <a:ext cx="2114937" cy="89724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8FE039-8845-4489-97DD-3C7B91607D32}">
      <dsp:nvSpPr>
        <dsp:cNvPr id="0" name=""/>
        <dsp:cNvSpPr/>
      </dsp:nvSpPr>
      <dsp:spPr>
        <a:xfrm>
          <a:off x="0" y="47596"/>
          <a:ext cx="10515600" cy="7798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100" kern="1200"/>
            <a:t>•Point, LineString ve Polygon geometrileri	</a:t>
          </a:r>
          <a:endParaRPr lang="en-US" sz="3100" kern="1200"/>
        </a:p>
      </dsp:txBody>
      <dsp:txXfrm>
        <a:off x="38067" y="85663"/>
        <a:ext cx="10439466" cy="703671"/>
      </dsp:txXfrm>
    </dsp:sp>
    <dsp:sp modelId="{9587B8BC-A3BB-45C0-B33E-53ABD59EEF94}">
      <dsp:nvSpPr>
        <dsp:cNvPr id="0" name=""/>
        <dsp:cNvSpPr/>
      </dsp:nvSpPr>
      <dsp:spPr>
        <a:xfrm>
          <a:off x="0" y="916681"/>
          <a:ext cx="10515600" cy="7798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100" kern="1200"/>
            <a:t>•PostGIS mekânsal veri altyapısı</a:t>
          </a:r>
          <a:endParaRPr lang="en-US" sz="3100" kern="1200"/>
        </a:p>
      </dsp:txBody>
      <dsp:txXfrm>
        <a:off x="38067" y="954748"/>
        <a:ext cx="10439466" cy="703671"/>
      </dsp:txXfrm>
    </dsp:sp>
    <dsp:sp modelId="{A98BF9BF-A38D-4570-A8DA-D9892B8EA72D}">
      <dsp:nvSpPr>
        <dsp:cNvPr id="0" name=""/>
        <dsp:cNvSpPr/>
      </dsp:nvSpPr>
      <dsp:spPr>
        <a:xfrm>
          <a:off x="0" y="1785766"/>
          <a:ext cx="10515600" cy="7798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100" kern="1200"/>
            <a:t>•GIST indeksler ile hızlı sorgular</a:t>
          </a:r>
          <a:endParaRPr lang="en-US" sz="3100" kern="1200"/>
        </a:p>
      </dsp:txBody>
      <dsp:txXfrm>
        <a:off x="38067" y="1823833"/>
        <a:ext cx="10439466" cy="703671"/>
      </dsp:txXfrm>
    </dsp:sp>
    <dsp:sp modelId="{6A61BE63-FC36-4939-A65E-E774D119D83C}">
      <dsp:nvSpPr>
        <dsp:cNvPr id="0" name=""/>
        <dsp:cNvSpPr/>
      </dsp:nvSpPr>
      <dsp:spPr>
        <a:xfrm>
          <a:off x="0" y="2654851"/>
          <a:ext cx="10515600" cy="7798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100" kern="1200"/>
            <a:t>•Optimize edilmiş harita performansı	</a:t>
          </a:r>
          <a:endParaRPr lang="en-US" sz="3100" kern="1200"/>
        </a:p>
      </dsp:txBody>
      <dsp:txXfrm>
        <a:off x="38067" y="2692918"/>
        <a:ext cx="10439466" cy="703671"/>
      </dsp:txXfrm>
    </dsp:sp>
    <dsp:sp modelId="{22AFE822-2B60-467A-B745-394871EF7684}">
      <dsp:nvSpPr>
        <dsp:cNvPr id="0" name=""/>
        <dsp:cNvSpPr/>
      </dsp:nvSpPr>
      <dsp:spPr>
        <a:xfrm>
          <a:off x="0" y="3523936"/>
          <a:ext cx="10515600" cy="7798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100" kern="1200"/>
            <a:t>•Yoğun kullanım senaryolarına uygun yapı</a:t>
          </a:r>
          <a:endParaRPr lang="en-US" sz="3100" kern="1200"/>
        </a:p>
      </dsp:txBody>
      <dsp:txXfrm>
        <a:off x="38067" y="3562003"/>
        <a:ext cx="10439466" cy="70367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24AF1B-2F15-495E-9C74-44CA728434DD}">
      <dsp:nvSpPr>
        <dsp:cNvPr id="0" name=""/>
        <dsp:cNvSpPr/>
      </dsp:nvSpPr>
      <dsp:spPr>
        <a:xfrm>
          <a:off x="0" y="4299"/>
          <a:ext cx="5861090" cy="9157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D8A8CD-925E-4E85-8F92-83FCD11B2901}">
      <dsp:nvSpPr>
        <dsp:cNvPr id="0" name=""/>
        <dsp:cNvSpPr/>
      </dsp:nvSpPr>
      <dsp:spPr>
        <a:xfrm>
          <a:off x="277016" y="210345"/>
          <a:ext cx="503667" cy="5036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D868FF-5A60-403F-B45C-5BE52CFA6B60}">
      <dsp:nvSpPr>
        <dsp:cNvPr id="0" name=""/>
        <dsp:cNvSpPr/>
      </dsp:nvSpPr>
      <dsp:spPr>
        <a:xfrm>
          <a:off x="1057701" y="4299"/>
          <a:ext cx="4803388" cy="915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918" tIns="96918" rIns="96918" bIns="969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kern="1200"/>
            <a:t>•AWS üzerinde deployment	</a:t>
          </a:r>
          <a:endParaRPr lang="en-US" sz="1900" kern="1200"/>
        </a:p>
      </dsp:txBody>
      <dsp:txXfrm>
        <a:off x="1057701" y="4299"/>
        <a:ext cx="4803388" cy="915758"/>
      </dsp:txXfrm>
    </dsp:sp>
    <dsp:sp modelId="{1D7B7DDD-EA71-4AC2-9082-E4A856D17CDC}">
      <dsp:nvSpPr>
        <dsp:cNvPr id="0" name=""/>
        <dsp:cNvSpPr/>
      </dsp:nvSpPr>
      <dsp:spPr>
        <a:xfrm>
          <a:off x="0" y="1148997"/>
          <a:ext cx="5861090" cy="9157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751DC9-6B13-4D5A-832D-8D66E4B8D80E}">
      <dsp:nvSpPr>
        <dsp:cNvPr id="0" name=""/>
        <dsp:cNvSpPr/>
      </dsp:nvSpPr>
      <dsp:spPr>
        <a:xfrm>
          <a:off x="277016" y="1355043"/>
          <a:ext cx="503667" cy="5036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C2C059-22C7-41F1-BDF0-362840101536}">
      <dsp:nvSpPr>
        <dsp:cNvPr id="0" name=""/>
        <dsp:cNvSpPr/>
      </dsp:nvSpPr>
      <dsp:spPr>
        <a:xfrm>
          <a:off x="1057701" y="1148997"/>
          <a:ext cx="4803388" cy="915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918" tIns="96918" rIns="96918" bIns="969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kern="1200"/>
            <a:t>•Production ortamına uygun yapılandırma</a:t>
          </a:r>
          <a:endParaRPr lang="en-US" sz="1900" kern="1200"/>
        </a:p>
      </dsp:txBody>
      <dsp:txXfrm>
        <a:off x="1057701" y="1148997"/>
        <a:ext cx="4803388" cy="915758"/>
      </dsp:txXfrm>
    </dsp:sp>
    <dsp:sp modelId="{EC781C1F-FA7A-4D97-AA83-FAAF1EC4BB7A}">
      <dsp:nvSpPr>
        <dsp:cNvPr id="0" name=""/>
        <dsp:cNvSpPr/>
      </dsp:nvSpPr>
      <dsp:spPr>
        <a:xfrm>
          <a:off x="0" y="2293695"/>
          <a:ext cx="5861090" cy="9157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6D7EB5-9A19-4257-9981-D37228CF9BD4}">
      <dsp:nvSpPr>
        <dsp:cNvPr id="0" name=""/>
        <dsp:cNvSpPr/>
      </dsp:nvSpPr>
      <dsp:spPr>
        <a:xfrm>
          <a:off x="277016" y="2499741"/>
          <a:ext cx="503667" cy="5036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C47432-1E33-493A-BE25-CEF46189A57D}">
      <dsp:nvSpPr>
        <dsp:cNvPr id="0" name=""/>
        <dsp:cNvSpPr/>
      </dsp:nvSpPr>
      <dsp:spPr>
        <a:xfrm>
          <a:off x="1057701" y="2293695"/>
          <a:ext cx="4803388" cy="915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918" tIns="96918" rIns="96918" bIns="969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kern="1200"/>
            <a:t>•Ders gereksinimlerinin tamamı karşılandı	</a:t>
          </a:r>
          <a:endParaRPr lang="en-US" sz="1900" kern="1200"/>
        </a:p>
      </dsp:txBody>
      <dsp:txXfrm>
        <a:off x="1057701" y="2293695"/>
        <a:ext cx="4803388" cy="915758"/>
      </dsp:txXfrm>
    </dsp:sp>
    <dsp:sp modelId="{C71658E9-9D2F-4379-8049-06C484A68601}">
      <dsp:nvSpPr>
        <dsp:cNvPr id="0" name=""/>
        <dsp:cNvSpPr/>
      </dsp:nvSpPr>
      <dsp:spPr>
        <a:xfrm>
          <a:off x="0" y="3438393"/>
          <a:ext cx="5861090" cy="9157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8E30BD-8D37-4C75-A742-618E0EE5384A}">
      <dsp:nvSpPr>
        <dsp:cNvPr id="0" name=""/>
        <dsp:cNvSpPr/>
      </dsp:nvSpPr>
      <dsp:spPr>
        <a:xfrm>
          <a:off x="277016" y="3644439"/>
          <a:ext cx="503667" cy="50366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A006A1-A064-49C2-83B8-95EFD786C3B4}">
      <dsp:nvSpPr>
        <dsp:cNvPr id="0" name=""/>
        <dsp:cNvSpPr/>
      </dsp:nvSpPr>
      <dsp:spPr>
        <a:xfrm>
          <a:off x="1057701" y="3438393"/>
          <a:ext cx="4803388" cy="915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918" tIns="96918" rIns="96918" bIns="969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kern="1200"/>
            <a:t>•Güvenli ve ölçeklenebilir sistem</a:t>
          </a:r>
          <a:endParaRPr lang="en-US" sz="1900" kern="1200"/>
        </a:p>
      </dsp:txBody>
      <dsp:txXfrm>
        <a:off x="1057701" y="3438393"/>
        <a:ext cx="4803388" cy="915758"/>
      </dsp:txXfrm>
    </dsp:sp>
    <dsp:sp modelId="{FB59ABE2-574E-4CE9-92DF-24A6BC81B615}">
      <dsp:nvSpPr>
        <dsp:cNvPr id="0" name=""/>
        <dsp:cNvSpPr/>
      </dsp:nvSpPr>
      <dsp:spPr>
        <a:xfrm>
          <a:off x="0" y="4583092"/>
          <a:ext cx="5861090" cy="9157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732E2B-9D6D-4E81-BEB1-F9824DA9CCB6}">
      <dsp:nvSpPr>
        <dsp:cNvPr id="0" name=""/>
        <dsp:cNvSpPr/>
      </dsp:nvSpPr>
      <dsp:spPr>
        <a:xfrm>
          <a:off x="277016" y="4789137"/>
          <a:ext cx="503667" cy="50366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0B68FF-FE72-44DB-9F7C-84F03BFF1323}">
      <dsp:nvSpPr>
        <dsp:cNvPr id="0" name=""/>
        <dsp:cNvSpPr/>
      </dsp:nvSpPr>
      <dsp:spPr>
        <a:xfrm>
          <a:off x="1057701" y="4583092"/>
          <a:ext cx="4803388" cy="915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918" tIns="96918" rIns="96918" bIns="969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kern="1200"/>
            <a:t>•Gerçek hayatta uygulanabilir Web GIS çözümü</a:t>
          </a:r>
          <a:endParaRPr lang="en-US" sz="1900" kern="1200"/>
        </a:p>
      </dsp:txBody>
      <dsp:txXfrm>
        <a:off x="1057701" y="4583092"/>
        <a:ext cx="4803388" cy="9157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66DA5-7751-4D3D-B753-58DF3B418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4332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6888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FC2D1-D3FE-4B37-8740-57444421F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AF550-086C-426E-A374-85DB39570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58988-AD39-4AE9-8E6A-0907F0BE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66319-82EE-408E-819F-8F8E6DBA7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1C8A6-777F-496D-8620-AE52BFC33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31F83B-57A8-4533-981C-D1FFAD2B6B6F}"/>
              </a:ext>
            </a:extLst>
          </p:cNvPr>
          <p:cNvCxnSpPr>
            <a:cxnSpLocks/>
          </p:cNvCxnSpPr>
          <p:nvPr/>
        </p:nvCxnSpPr>
        <p:spPr>
          <a:xfrm>
            <a:off x="715890" y="1701425"/>
            <a:ext cx="0" cy="5148262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3127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8FDCB-69DA-4A8F-8B91-5CFF77897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C8C07-E0D3-4464-AE3C-25730D75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596A6-734E-4AE0-BFB8-3089137B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2794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B3EF2-2C04-480F-A570-14E520DD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5783E-3073-4F4D-8B9C-C5B18DDA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75FE3-6719-4790-AA00-251BC2A6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0007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3937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8731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798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8223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AD429-654B-4F0E-94E9-6FEF8EC67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D60B2-06F5-4567-BE1F-BBA527053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6F6F2-8269-4B80-8EE3-81FEE0F9D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C86E4-3EDE-4EB4-B1A3-A1198AADD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752B0-ACEC-49EF-8131-FCF35BC5C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0462E3-375D-4E76-8886-69E06985D069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6433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23B094-F480-477B-901C-7181F88C0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52089-A920-4E52-98DC-8A5DC7B0A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074FE-F1B4-421F-A66E-FA351C8F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764BA-3AB2-45FD-ABCB-975B3FDDF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B3FEF-8252-49FD-82F2-3E5FABC65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EB5C65-83BB-4EBD-AD22-EDA8489D0F5D}"/>
              </a:ext>
            </a:extLst>
          </p:cNvPr>
          <p:cNvCxnSpPr>
            <a:cxnSpLocks/>
          </p:cNvCxnSpPr>
          <p:nvPr/>
        </p:nvCxnSpPr>
        <p:spPr>
          <a:xfrm flipV="1">
            <a:off x="8313" y="261865"/>
            <a:ext cx="11353802" cy="1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3159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B53A7-3209-46A6-9454-F38EAC8F11E7}" type="datetimeFigureOut">
              <a:rPr lang="en-US" smtClean="0"/>
              <a:pPr/>
              <a:t>1/15/2026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064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15" r:id="rId6"/>
    <p:sldLayoutId id="2147483711" r:id="rId7"/>
    <p:sldLayoutId id="2147483712" r:id="rId8"/>
    <p:sldLayoutId id="2147483713" r:id="rId9"/>
    <p:sldLayoutId id="2147483714" r:id="rId10"/>
    <p:sldLayoutId id="214748371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58B3569-73B2-4D05-8E95-886A6EE1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0A7A677-E1C2-8E29-2130-C9904DCB0C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3159" y="1377146"/>
            <a:ext cx="4076460" cy="3626217"/>
          </a:xfrm>
        </p:spPr>
        <p:txBody>
          <a:bodyPr anchor="b">
            <a:normAutofit/>
          </a:bodyPr>
          <a:lstStyle/>
          <a:p>
            <a:pPr algn="r"/>
            <a:r>
              <a:rPr lang="tr-TR" sz="5000">
                <a:solidFill>
                  <a:schemeClr val="bg1"/>
                </a:solidFill>
              </a:rPr>
              <a:t>GMT458-FINAL ASSIGMENT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882B9E31-D7A1-1D87-6F2F-D77EAA221B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159" y="5170453"/>
            <a:ext cx="4076458" cy="990197"/>
          </a:xfrm>
        </p:spPr>
        <p:txBody>
          <a:bodyPr>
            <a:normAutofit/>
          </a:bodyPr>
          <a:lstStyle/>
          <a:p>
            <a:pPr algn="r"/>
            <a:r>
              <a:rPr lang="tr-TR" dirty="0">
                <a:solidFill>
                  <a:schemeClr val="bg1"/>
                </a:solidFill>
              </a:rPr>
              <a:t>Saadet Azra ÇELİK</a:t>
            </a:r>
          </a:p>
          <a:p>
            <a:pPr algn="r"/>
            <a:r>
              <a:rPr lang="tr-TR" dirty="0">
                <a:solidFill>
                  <a:schemeClr val="bg1"/>
                </a:solidFill>
              </a:rPr>
              <a:t>2210674019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699A16-E873-7DBA-0D13-E4DC98D3702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alphaModFix amt="51000"/>
          </a:blip>
          <a:srcRect l="1794"/>
          <a:stretch>
            <a:fillRect/>
          </a:stretch>
        </p:blipFill>
        <p:spPr>
          <a:xfrm>
            <a:off x="5457027" y="10"/>
            <a:ext cx="6734973" cy="6857990"/>
          </a:xfrm>
          <a:prstGeom prst="rect">
            <a:avLst/>
          </a:prstGeom>
        </p:spPr>
      </p:pic>
      <p:sp>
        <p:nvSpPr>
          <p:cNvPr id="11" name="Graphic 17">
            <a:extLst>
              <a:ext uri="{FF2B5EF4-FFF2-40B4-BE49-F238E27FC236}">
                <a16:creationId xmlns:a16="http://schemas.microsoft.com/office/drawing/2014/main" id="{B71758F4-3F46-45DA-8AC5-4E508DA08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57736" y="815001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Graphic 15">
            <a:extLst>
              <a:ext uri="{FF2B5EF4-FFF2-40B4-BE49-F238E27FC236}">
                <a16:creationId xmlns:a16="http://schemas.microsoft.com/office/drawing/2014/main" id="{8550FED7-7C32-42BB-98DB-30272A633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16516" y="104429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274341"/>
            <a:ext cx="11353800" cy="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3174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2A48EB2-ABD6-E3E5-3513-65BED84EF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Proje Genel Bakış</a:t>
            </a:r>
            <a:endParaRPr lang="tr-TR" dirty="0"/>
          </a:p>
        </p:txBody>
      </p:sp>
      <p:graphicFrame>
        <p:nvGraphicFramePr>
          <p:cNvPr id="19" name="İçerik Yer Tutucusu 2">
            <a:extLst>
              <a:ext uri="{FF2B5EF4-FFF2-40B4-BE49-F238E27FC236}">
                <a16:creationId xmlns:a16="http://schemas.microsoft.com/office/drawing/2014/main" id="{D02CE830-17D1-354C-F6FD-86C4BF24500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77396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53C1207-D1C8-49E3-8837-E2B89D366F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6B067B1-F4E5-4FDF-813D-C9E872E8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E9FCA61F-15E7-D52C-4504-25A37A2F7C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5344" r="4252"/>
          <a:stretch>
            <a:fillRect/>
          </a:stretch>
        </p:blipFill>
        <p:spPr>
          <a:xfrm>
            <a:off x="307775" y="261437"/>
            <a:ext cx="11576450" cy="633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810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FEC7010-8AC6-24EB-CF6E-3F469BBD2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Sistem Mimarisi</a:t>
            </a:r>
          </a:p>
        </p:txBody>
      </p:sp>
      <p:graphicFrame>
        <p:nvGraphicFramePr>
          <p:cNvPr id="5" name="İçerik Yer Tutucusu 2">
            <a:extLst>
              <a:ext uri="{FF2B5EF4-FFF2-40B4-BE49-F238E27FC236}">
                <a16:creationId xmlns:a16="http://schemas.microsoft.com/office/drawing/2014/main" id="{77B74084-B2DB-FB03-97C9-7035100CAC4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58727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DFBAB9C-3F10-F781-5EDC-FD0F7FFF9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6391"/>
            <a:ext cx="6155988" cy="808728"/>
          </a:xfrm>
        </p:spPr>
        <p:txBody>
          <a:bodyPr anchor="b">
            <a:normAutofit/>
          </a:bodyPr>
          <a:lstStyle/>
          <a:p>
            <a:r>
              <a:rPr lang="tr-TR" sz="3800" dirty="0"/>
              <a:t>Kullanıcı Rolleri ve Güvenlik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AC8CE92-E501-71E9-8233-CEED19970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776" y="2829330"/>
            <a:ext cx="6190412" cy="334445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tr-TR" sz="2400" dirty="0"/>
              <a:t>•Vatandaş: sorun bildirimi	</a:t>
            </a:r>
          </a:p>
          <a:p>
            <a:pPr marL="0" indent="0">
              <a:buNone/>
            </a:pPr>
            <a:r>
              <a:rPr lang="tr-TR" sz="2400" dirty="0"/>
              <a:t>•Kullanıcı: kendi bildirimlerini yönetme</a:t>
            </a:r>
          </a:p>
          <a:p>
            <a:pPr marL="0" indent="0">
              <a:buNone/>
            </a:pPr>
            <a:r>
              <a:rPr lang="tr-TR" sz="2400" dirty="0"/>
              <a:t>•Yönetici: tüm sistem üzerinde yetki</a:t>
            </a:r>
          </a:p>
          <a:p>
            <a:pPr marL="0" indent="0">
              <a:buNone/>
            </a:pPr>
            <a:r>
              <a:rPr lang="tr-TR" sz="2400" dirty="0"/>
              <a:t>•JWT tabanlı kimlik doğrulama	</a:t>
            </a:r>
          </a:p>
          <a:p>
            <a:pPr marL="0" indent="0">
              <a:buNone/>
            </a:pPr>
            <a:r>
              <a:rPr lang="tr-TR" sz="2400" dirty="0"/>
              <a:t>•</a:t>
            </a:r>
            <a:r>
              <a:rPr lang="tr-TR" sz="2400" dirty="0" err="1"/>
              <a:t>Row</a:t>
            </a:r>
            <a:r>
              <a:rPr lang="tr-TR" sz="2400" dirty="0"/>
              <a:t>-Level Security ile veri erişim kontrolü</a:t>
            </a:r>
          </a:p>
          <a:p>
            <a:pPr marL="0" indent="0">
              <a:buNone/>
            </a:pPr>
            <a:endParaRPr lang="tr-TR" sz="1800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B79964EE-BB77-7A58-3A5C-153C56161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2653" y="1977011"/>
            <a:ext cx="3548404" cy="3556151"/>
          </a:xfrm>
          <a:prstGeom prst="rect">
            <a:avLst/>
          </a:prstGeom>
        </p:spPr>
      </p:pic>
      <p:sp>
        <p:nvSpPr>
          <p:cNvPr id="14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4552" y="1899284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6862" y="218992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380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236F96C-5CBF-BC60-80A8-2142A7114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Mekansal</a:t>
            </a:r>
            <a:r>
              <a:rPr lang="tr-TR" dirty="0"/>
              <a:t> Veri ve Performans</a:t>
            </a:r>
          </a:p>
        </p:txBody>
      </p:sp>
      <p:graphicFrame>
        <p:nvGraphicFramePr>
          <p:cNvPr id="5" name="İçerik Yer Tutucusu 2">
            <a:extLst>
              <a:ext uri="{FF2B5EF4-FFF2-40B4-BE49-F238E27FC236}">
                <a16:creationId xmlns:a16="http://schemas.microsoft.com/office/drawing/2014/main" id="{F74AC4F7-BBF6-17AE-C6D4-36CB511DDCD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22205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9A7F3BF-8763-4074-AD77-92790AF31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C6B54D9E-F4B6-5E78-56B6-EB5AEF267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5690" y="635383"/>
            <a:ext cx="5366040" cy="2344840"/>
          </a:xfrm>
        </p:spPr>
        <p:txBody>
          <a:bodyPr anchor="b">
            <a:normAutofit/>
          </a:bodyPr>
          <a:lstStyle/>
          <a:p>
            <a:r>
              <a:rPr lang="tr-TR" sz="6600"/>
              <a:t>Uygulama Özellikleri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650EFDED-D028-1671-EF18-87A48C94F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45" y="791831"/>
            <a:ext cx="2027129" cy="2518075"/>
          </a:xfrm>
          <a:prstGeom prst="rect">
            <a:avLst/>
          </a:prstGeom>
        </p:spPr>
      </p:pic>
      <p:sp>
        <p:nvSpPr>
          <p:cNvPr id="14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5182" y="816972"/>
            <a:ext cx="171514" cy="171514"/>
          </a:xfrm>
          <a:custGeom>
            <a:avLst/>
            <a:gdLst>
              <a:gd name="connsiteX0" fmla="*/ 159873 w 171514"/>
              <a:gd name="connsiteY0" fmla="*/ 74116 h 171514"/>
              <a:gd name="connsiteX1" fmla="*/ 97398 w 171514"/>
              <a:gd name="connsiteY1" fmla="*/ 74116 h 171514"/>
              <a:gd name="connsiteX2" fmla="*/ 97398 w 171514"/>
              <a:gd name="connsiteY2" fmla="*/ 11641 h 171514"/>
              <a:gd name="connsiteX3" fmla="*/ 85757 w 171514"/>
              <a:gd name="connsiteY3" fmla="*/ 0 h 171514"/>
              <a:gd name="connsiteX4" fmla="*/ 74116 w 171514"/>
              <a:gd name="connsiteY4" fmla="*/ 11641 h 171514"/>
              <a:gd name="connsiteX5" fmla="*/ 74116 w 171514"/>
              <a:gd name="connsiteY5" fmla="*/ 74116 h 171514"/>
              <a:gd name="connsiteX6" fmla="*/ 11641 w 171514"/>
              <a:gd name="connsiteY6" fmla="*/ 74116 h 171514"/>
              <a:gd name="connsiteX7" fmla="*/ 0 w 171514"/>
              <a:gd name="connsiteY7" fmla="*/ 85757 h 171514"/>
              <a:gd name="connsiteX8" fmla="*/ 11641 w 171514"/>
              <a:gd name="connsiteY8" fmla="*/ 97398 h 171514"/>
              <a:gd name="connsiteX9" fmla="*/ 74116 w 171514"/>
              <a:gd name="connsiteY9" fmla="*/ 97398 h 171514"/>
              <a:gd name="connsiteX10" fmla="*/ 74116 w 171514"/>
              <a:gd name="connsiteY10" fmla="*/ 159873 h 171514"/>
              <a:gd name="connsiteX11" fmla="*/ 85757 w 171514"/>
              <a:gd name="connsiteY11" fmla="*/ 171514 h 171514"/>
              <a:gd name="connsiteX12" fmla="*/ 97398 w 171514"/>
              <a:gd name="connsiteY12" fmla="*/ 159873 h 171514"/>
              <a:gd name="connsiteX13" fmla="*/ 97398 w 171514"/>
              <a:gd name="connsiteY13" fmla="*/ 97398 h 171514"/>
              <a:gd name="connsiteX14" fmla="*/ 159873 w 171514"/>
              <a:gd name="connsiteY14" fmla="*/ 97398 h 171514"/>
              <a:gd name="connsiteX15" fmla="*/ 171514 w 171514"/>
              <a:gd name="connsiteY15" fmla="*/ 85757 h 171514"/>
              <a:gd name="connsiteX16" fmla="*/ 159873 w 171514"/>
              <a:gd name="connsiteY16" fmla="*/ 74116 h 171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4" h="171514">
                <a:moveTo>
                  <a:pt x="159873" y="74116"/>
                </a:moveTo>
                <a:lnTo>
                  <a:pt x="97398" y="74116"/>
                </a:lnTo>
                <a:lnTo>
                  <a:pt x="97398" y="11641"/>
                </a:lnTo>
                <a:cubicBezTo>
                  <a:pt x="97398" y="5212"/>
                  <a:pt x="92186" y="0"/>
                  <a:pt x="85757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7"/>
                </a:cubicBezTo>
                <a:cubicBezTo>
                  <a:pt x="0" y="92186"/>
                  <a:pt x="5212" y="97398"/>
                  <a:pt x="11641" y="97398"/>
                </a:cubicBezTo>
                <a:lnTo>
                  <a:pt x="74116" y="97398"/>
                </a:lnTo>
                <a:lnTo>
                  <a:pt x="74116" y="159873"/>
                </a:lnTo>
                <a:cubicBezTo>
                  <a:pt x="74116" y="166302"/>
                  <a:pt x="79328" y="171514"/>
                  <a:pt x="85757" y="171514"/>
                </a:cubicBezTo>
                <a:cubicBezTo>
                  <a:pt x="92186" y="171514"/>
                  <a:pt x="97398" y="166302"/>
                  <a:pt x="97398" y="159873"/>
                </a:cubicBezTo>
                <a:lnTo>
                  <a:pt x="97398" y="97398"/>
                </a:lnTo>
                <a:lnTo>
                  <a:pt x="159873" y="97398"/>
                </a:lnTo>
                <a:cubicBezTo>
                  <a:pt x="166302" y="97398"/>
                  <a:pt x="171514" y="92186"/>
                  <a:pt x="171514" y="85757"/>
                </a:cubicBezTo>
                <a:cubicBezTo>
                  <a:pt x="171514" y="79328"/>
                  <a:pt x="166302" y="74116"/>
                  <a:pt x="159873" y="74116"/>
                </a:cubicBezTo>
                <a:close/>
              </a:path>
            </a:pathLst>
          </a:custGeom>
          <a:solidFill>
            <a:schemeClr val="accent4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7763" y="1099825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4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637" y="147099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4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62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Resim 6">
            <a:extLst>
              <a:ext uri="{FF2B5EF4-FFF2-40B4-BE49-F238E27FC236}">
                <a16:creationId xmlns:a16="http://schemas.microsoft.com/office/drawing/2014/main" id="{B5DE8B17-37AA-A67A-06DD-2F031D6F0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246" y="3661349"/>
            <a:ext cx="3239938" cy="2306548"/>
          </a:xfrm>
          <a:prstGeom prst="rect">
            <a:avLst/>
          </a:prstGeom>
        </p:spPr>
      </p:pic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78FD37B-E32B-B21E-CFE7-E76FCCC657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5690" y="3429000"/>
            <a:ext cx="5366041" cy="2809114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tr-TR" sz="2400" dirty="0"/>
              <a:t>•Harita üzerinden sorun bildirimi	</a:t>
            </a:r>
          </a:p>
          <a:p>
            <a:pPr marL="0" indent="0">
              <a:buNone/>
            </a:pPr>
            <a:r>
              <a:rPr lang="tr-TR" sz="2400" dirty="0"/>
              <a:t>•Tür ve durum bazlı filtreleme</a:t>
            </a:r>
          </a:p>
          <a:p>
            <a:pPr marL="0" indent="0">
              <a:buNone/>
            </a:pPr>
            <a:r>
              <a:rPr lang="tr-TR" sz="2400" dirty="0"/>
              <a:t>•Mekânsal veri ile ilişkilendirme	</a:t>
            </a:r>
          </a:p>
          <a:p>
            <a:pPr marL="0" indent="0">
              <a:buNone/>
            </a:pPr>
            <a:r>
              <a:rPr lang="tr-TR" sz="2400" dirty="0"/>
              <a:t>•Görsel ekleme desteği	</a:t>
            </a:r>
          </a:p>
          <a:p>
            <a:pPr marL="0" indent="0">
              <a:buNone/>
            </a:pPr>
            <a:r>
              <a:rPr lang="tr-TR" sz="2400" dirty="0"/>
              <a:t>•</a:t>
            </a:r>
            <a:r>
              <a:rPr lang="tr-TR" sz="2400" dirty="0" err="1"/>
              <a:t>GeoServer</a:t>
            </a:r>
            <a:r>
              <a:rPr lang="tr-TR" sz="2400" dirty="0"/>
              <a:t> entegrasyonu (WMS / WFS)</a:t>
            </a:r>
          </a:p>
        </p:txBody>
      </p:sp>
    </p:spTree>
    <p:extLst>
      <p:ext uri="{BB962C8B-B14F-4D97-AF65-F5344CB8AC3E}">
        <p14:creationId xmlns:p14="http://schemas.microsoft.com/office/powerpoint/2010/main" val="3842538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BCCF7CE7-A8AD-5B61-53DB-F0BC4E158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522" y="591829"/>
            <a:ext cx="3939688" cy="5583126"/>
          </a:xfrm>
        </p:spPr>
        <p:txBody>
          <a:bodyPr>
            <a:normAutofit/>
          </a:bodyPr>
          <a:lstStyle/>
          <a:p>
            <a:r>
              <a:rPr lang="tr-TR" sz="5600"/>
              <a:t>Deployment ve Sonuç</a:t>
            </a:r>
          </a:p>
        </p:txBody>
      </p:sp>
      <p:cxnSp>
        <p:nvCxnSpPr>
          <p:cNvPr id="20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Graphic 12">
            <a:extLst>
              <a:ext uri="{FF2B5EF4-FFF2-40B4-BE49-F238E27FC236}">
                <a16:creationId xmlns:a16="http://schemas.microsoft.com/office/drawing/2014/main" id="{58BDB0EE-D238-415B-9ED8-62AA6AB2A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3111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4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Graphic 11">
            <a:extLst>
              <a:ext uri="{FF2B5EF4-FFF2-40B4-BE49-F238E27FC236}">
                <a16:creationId xmlns:a16="http://schemas.microsoft.com/office/drawing/2014/main" id="{C5B55FC3-961D-4325-82F1-DE92B0D04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91891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4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Graphic 13">
            <a:extLst>
              <a:ext uri="{FF2B5EF4-FFF2-40B4-BE49-F238E27FC236}">
                <a16:creationId xmlns:a16="http://schemas.microsoft.com/office/drawing/2014/main" id="{4C8AB332-D09E-4F28-943C-DABDD4716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17571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4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24" name="İçerik Yer Tutucusu 2">
            <a:extLst>
              <a:ext uri="{FF2B5EF4-FFF2-40B4-BE49-F238E27FC236}">
                <a16:creationId xmlns:a16="http://schemas.microsoft.com/office/drawing/2014/main" id="{E51A4C93-9200-DC83-2198-1C1B9A393F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9580591"/>
              </p:ext>
            </p:extLst>
          </p:nvPr>
        </p:nvGraphicFramePr>
        <p:xfrm>
          <a:off x="5492710" y="671805"/>
          <a:ext cx="5861090" cy="5503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34237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1B787A8-0D67-4B7E-9B48-86BD906AB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8F9CBE3F-79A8-4F8F-88D9-DAD03D0D2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854C9B1A-470F-1806-4719-D56A8431A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030" y="1209220"/>
            <a:ext cx="9147940" cy="23372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100" b="1" i="0" kern="1200" cap="all" baseline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</a:t>
            </a:r>
            <a:r>
              <a:rPr lang="tr-TR" sz="5100" b="1" i="0" kern="1200" cap="all" baseline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</a:t>
            </a:r>
            <a:r>
              <a:rPr lang="en-US" sz="5100" b="1" i="0" kern="1200" cap="all" baseline="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nled</a:t>
            </a:r>
            <a:r>
              <a:rPr lang="tr-TR" sz="5100" b="1" i="0" kern="1200" cap="all" baseline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</a:t>
            </a:r>
            <a:r>
              <a:rPr lang="en-US" sz="5100" b="1" i="0" kern="1200" cap="all" baseline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ğ</a:t>
            </a:r>
            <a:r>
              <a:rPr lang="tr-TR" sz="5100" b="1" i="0" kern="1200" cap="all" baseline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</a:t>
            </a:r>
            <a:r>
              <a:rPr lang="en-US" sz="5100" b="1" i="0" kern="1200" cap="all" baseline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n</a:t>
            </a:r>
            <a:r>
              <a:rPr lang="tr-TR" sz="5100" b="1" i="0" kern="1200" cap="all" baseline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</a:t>
            </a:r>
            <a:r>
              <a:rPr lang="en-US" sz="5100" b="1" i="0" kern="1200" cap="all" baseline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z </a:t>
            </a:r>
            <a:r>
              <a:rPr lang="en-US" sz="5100" b="1" i="0" kern="1200" cap="all" baseline="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İç</a:t>
            </a:r>
            <a:r>
              <a:rPr lang="tr-TR" sz="5100" b="1" i="0" kern="1200" cap="all" baseline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</a:t>
            </a:r>
            <a:r>
              <a:rPr lang="en-US" sz="5100" b="1" i="0" kern="1200" cap="all" baseline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n </a:t>
            </a:r>
            <a:r>
              <a:rPr lang="en-US" sz="5100" b="1" i="0" kern="1200" cap="all" baseline="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Teşekkürler</a:t>
            </a:r>
            <a:br>
              <a:rPr lang="en-US" sz="5100" b="1" i="0" kern="1200" cap="all" baseline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endParaRPr lang="en-US" sz="5100" b="1" i="0" kern="1200" cap="all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1869" y="2383077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24364" y="2265467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4834" y="253720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053" y="2832967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chemeClr val="bg1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72266" y="28039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3405" y="324249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831729"/>
            <a:ext cx="12188952" cy="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885742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Office">
      <a:dk1>
        <a:srgbClr val="000000"/>
      </a:dk1>
      <a:lt1>
        <a:srgbClr val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Gill Sans Nova"/>
        <a:ea typeface=""/>
        <a:cs typeface=""/>
      </a:majorFont>
      <a:minorFont>
        <a:latin typeface="Gill Sans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VTI" id="{605F9078-86F9-4258-A3E1-F8EFF02AE8CC}" vid="{4848699B-BB01-41E3-9EC4-3D97DFE5292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244</Words>
  <Application>Microsoft Office PowerPoint</Application>
  <PresentationFormat>Geniş ekran</PresentationFormat>
  <Paragraphs>41</Paragraphs>
  <Slides>9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9</vt:i4>
      </vt:variant>
    </vt:vector>
  </HeadingPairs>
  <TitlesOfParts>
    <vt:vector size="12" baseType="lpstr">
      <vt:lpstr>Arial</vt:lpstr>
      <vt:lpstr>Gill Sans Nova</vt:lpstr>
      <vt:lpstr>GradientVTI</vt:lpstr>
      <vt:lpstr>GMT458-FINAL ASSIGMENT</vt:lpstr>
      <vt:lpstr>Proje Genel Bakış</vt:lpstr>
      <vt:lpstr>PowerPoint Sunusu</vt:lpstr>
      <vt:lpstr>Sistem Mimarisi</vt:lpstr>
      <vt:lpstr>Kullanıcı Rolleri ve Güvenlik</vt:lpstr>
      <vt:lpstr>Mekansal Veri ve Performans</vt:lpstr>
      <vt:lpstr>Uygulama Özellikleri</vt:lpstr>
      <vt:lpstr>Deployment ve Sonuç</vt:lpstr>
      <vt:lpstr>Dinlediğiniz İçin Teşekkürler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berke terazi</dc:creator>
  <cp:lastModifiedBy>berke terazi</cp:lastModifiedBy>
  <cp:revision>1</cp:revision>
  <dcterms:created xsi:type="dcterms:W3CDTF">2026-01-15T20:48:34Z</dcterms:created>
  <dcterms:modified xsi:type="dcterms:W3CDTF">2026-01-15T22:17:39Z</dcterms:modified>
</cp:coreProperties>
</file>